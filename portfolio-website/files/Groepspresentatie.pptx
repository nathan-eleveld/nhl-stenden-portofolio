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AAB38-0EAB-27EE-B25A-959D0A2DD3A4}" v="91" dt="2025-11-05T14:57:46.593"/>
    <p1510:client id="{694F0CA7-5604-4D87-B223-59291FC3A789}" v="29" dt="2025-11-06T12:18:12.367"/>
    <p1510:client id="{A4D183AE-66A7-649C-8A21-612A7BA97641}" v="83" dt="2025-11-06T11:59:39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ni Berlijn" userId="bef3049b-f43c-48b3-bc26-fd35e168efb9" providerId="ADAL" clId="{E5E02683-721D-4E61-82BC-2AAC7191F3F7}"/>
    <pc:docChg chg="undo custSel modSld">
      <pc:chgData name="Giovanni Berlijn" userId="bef3049b-f43c-48b3-bc26-fd35e168efb9" providerId="ADAL" clId="{E5E02683-721D-4E61-82BC-2AAC7191F3F7}" dt="2025-11-06T12:19:40.708" v="47" actId="20577"/>
      <pc:docMkLst>
        <pc:docMk/>
      </pc:docMkLst>
      <pc:sldChg chg="addSp delSp modSp mod">
        <pc:chgData name="Giovanni Berlijn" userId="bef3049b-f43c-48b3-bc26-fd35e168efb9" providerId="ADAL" clId="{E5E02683-721D-4E61-82BC-2AAC7191F3F7}" dt="2025-11-06T12:19:40.708" v="47" actId="20577"/>
        <pc:sldMkLst>
          <pc:docMk/>
          <pc:sldMk cId="109857222" sldId="256"/>
        </pc:sldMkLst>
        <pc:spChg chg="mod">
          <ac:chgData name="Giovanni Berlijn" userId="bef3049b-f43c-48b3-bc26-fd35e168efb9" providerId="ADAL" clId="{E5E02683-721D-4E61-82BC-2AAC7191F3F7}" dt="2025-11-06T12:09:29.781" v="4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iovanni Berlijn" userId="bef3049b-f43c-48b3-bc26-fd35e168efb9" providerId="ADAL" clId="{E5E02683-721D-4E61-82BC-2AAC7191F3F7}" dt="2025-11-06T12:19:40.708" v="47" actId="20577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Giovanni Berlijn" userId="bef3049b-f43c-48b3-bc26-fd35e168efb9" providerId="ADAL" clId="{E5E02683-721D-4E61-82BC-2AAC7191F3F7}" dt="2025-11-06T12:09:29.781" v="4" actId="26606"/>
          <ac:spMkLst>
            <pc:docMk/>
            <pc:sldMk cId="109857222" sldId="256"/>
            <ac:spMk id="25" creationId="{CD7F9EC8-0E2C-4023-9DD1-73BEF6B80D13}"/>
          </ac:spMkLst>
        </pc:spChg>
        <pc:spChg chg="del">
          <ac:chgData name="Giovanni Berlijn" userId="bef3049b-f43c-48b3-bc26-fd35e168efb9" providerId="ADAL" clId="{E5E02683-721D-4E61-82BC-2AAC7191F3F7}" dt="2025-11-06T12:09:29.781" v="4" actId="26606"/>
          <ac:spMkLst>
            <pc:docMk/>
            <pc:sldMk cId="109857222" sldId="256"/>
            <ac:spMk id="27" creationId="{6270D10B-6EA2-89DB-412E-A83B81393A99}"/>
          </ac:spMkLst>
        </pc:spChg>
        <pc:spChg chg="del">
          <ac:chgData name="Giovanni Berlijn" userId="bef3049b-f43c-48b3-bc26-fd35e168efb9" providerId="ADAL" clId="{E5E02683-721D-4E61-82BC-2AAC7191F3F7}" dt="2025-11-06T12:09:29.781" v="4" actId="26606"/>
          <ac:spMkLst>
            <pc:docMk/>
            <pc:sldMk cId="109857222" sldId="256"/>
            <ac:spMk id="29" creationId="{C0301BA4-10E6-44CC-9EEC-727EDF3BC4B8}"/>
          </ac:spMkLst>
        </pc:spChg>
        <pc:spChg chg="add">
          <ac:chgData name="Giovanni Berlijn" userId="bef3049b-f43c-48b3-bc26-fd35e168efb9" providerId="ADAL" clId="{E5E02683-721D-4E61-82BC-2AAC7191F3F7}" dt="2025-11-06T12:09:29.781" v="4" actId="26606"/>
          <ac:spMkLst>
            <pc:docMk/>
            <pc:sldMk cId="109857222" sldId="256"/>
            <ac:spMk id="34" creationId="{FAF3766F-DEF3-4802-BB0D-7A18EDD9704F}"/>
          </ac:spMkLst>
        </pc:spChg>
        <pc:spChg chg="add">
          <ac:chgData name="Giovanni Berlijn" userId="bef3049b-f43c-48b3-bc26-fd35e168efb9" providerId="ADAL" clId="{E5E02683-721D-4E61-82BC-2AAC7191F3F7}" dt="2025-11-06T12:09:29.781" v="4" actId="26606"/>
          <ac:spMkLst>
            <pc:docMk/>
            <pc:sldMk cId="109857222" sldId="256"/>
            <ac:spMk id="36" creationId="{81F0C179-4DBF-6AB9-CD0B-9224A0C885A4}"/>
          </ac:spMkLst>
        </pc:spChg>
        <pc:picChg chg="mod">
          <ac:chgData name="Giovanni Berlijn" userId="bef3049b-f43c-48b3-bc26-fd35e168efb9" providerId="ADAL" clId="{E5E02683-721D-4E61-82BC-2AAC7191F3F7}" dt="2025-11-06T12:09:29.781" v="4" actId="26606"/>
          <ac:picMkLst>
            <pc:docMk/>
            <pc:sldMk cId="109857222" sldId="256"/>
            <ac:picMk id="5" creationId="{A8CE3F0F-D812-8C47-2A07-A07FE31208F1}"/>
          </ac:picMkLst>
        </pc:picChg>
      </pc:sldChg>
      <pc:sldChg chg="addSp delSp modSp mod setBg">
        <pc:chgData name="Giovanni Berlijn" userId="bef3049b-f43c-48b3-bc26-fd35e168efb9" providerId="ADAL" clId="{E5E02683-721D-4E61-82BC-2AAC7191F3F7}" dt="2025-11-06T12:09:50.486" v="6" actId="20577"/>
        <pc:sldMkLst>
          <pc:docMk/>
          <pc:sldMk cId="1134348747" sldId="257"/>
        </pc:sldMkLst>
        <pc:spChg chg="mod">
          <ac:chgData name="Giovanni Berlijn" userId="bef3049b-f43c-48b3-bc26-fd35e168efb9" providerId="ADAL" clId="{E5E02683-721D-4E61-82BC-2AAC7191F3F7}" dt="2025-11-06T12:09:46.211" v="5" actId="26606"/>
          <ac:spMkLst>
            <pc:docMk/>
            <pc:sldMk cId="1134348747" sldId="257"/>
            <ac:spMk id="2" creationId="{94383093-A342-11E5-D786-44C16176873C}"/>
          </ac:spMkLst>
        </pc:spChg>
        <pc:spChg chg="del">
          <ac:chgData name="Giovanni Berlijn" userId="bef3049b-f43c-48b3-bc26-fd35e168efb9" providerId="ADAL" clId="{E5E02683-721D-4E61-82BC-2AAC7191F3F7}" dt="2025-11-06T12:09:46.211" v="5" actId="26606"/>
          <ac:spMkLst>
            <pc:docMk/>
            <pc:sldMk cId="1134348747" sldId="257"/>
            <ac:spMk id="3" creationId="{25E985C8-DD7C-1A24-2C41-3AA44EF1DE80}"/>
          </ac:spMkLst>
        </pc:spChg>
        <pc:spChg chg="add">
          <ac:chgData name="Giovanni Berlijn" userId="bef3049b-f43c-48b3-bc26-fd35e168efb9" providerId="ADAL" clId="{E5E02683-721D-4E61-82BC-2AAC7191F3F7}" dt="2025-11-06T12:09:46.211" v="5" actId="26606"/>
          <ac:spMkLst>
            <pc:docMk/>
            <pc:sldMk cId="1134348747" sldId="257"/>
            <ac:spMk id="6" creationId="{4E17AA97-89A7-45C1-B813-BFF6C23D79E1}"/>
          </ac:spMkLst>
        </pc:spChg>
        <pc:spChg chg="add">
          <ac:chgData name="Giovanni Berlijn" userId="bef3049b-f43c-48b3-bc26-fd35e168efb9" providerId="ADAL" clId="{E5E02683-721D-4E61-82BC-2AAC7191F3F7}" dt="2025-11-06T12:09:46.211" v="5" actId="26606"/>
          <ac:spMkLst>
            <pc:docMk/>
            <pc:sldMk cId="1134348747" sldId="257"/>
            <ac:spMk id="7" creationId="{A91E908F-EF1E-2FDB-BE4D-3F4C56B2F6B8}"/>
          </ac:spMkLst>
        </pc:spChg>
        <pc:spChg chg="add">
          <ac:chgData name="Giovanni Berlijn" userId="bef3049b-f43c-48b3-bc26-fd35e168efb9" providerId="ADAL" clId="{E5E02683-721D-4E61-82BC-2AAC7191F3F7}" dt="2025-11-06T12:09:46.211" v="5" actId="26606"/>
          <ac:spMkLst>
            <pc:docMk/>
            <pc:sldMk cId="1134348747" sldId="257"/>
            <ac:spMk id="8" creationId="{F7A2980E-8F82-6B7D-A838-277407403589}"/>
          </ac:spMkLst>
        </pc:spChg>
        <pc:graphicFrameChg chg="add modGraphic">
          <ac:chgData name="Giovanni Berlijn" userId="bef3049b-f43c-48b3-bc26-fd35e168efb9" providerId="ADAL" clId="{E5E02683-721D-4E61-82BC-2AAC7191F3F7}" dt="2025-11-06T12:09:50.486" v="6" actId="20577"/>
          <ac:graphicFrameMkLst>
            <pc:docMk/>
            <pc:sldMk cId="1134348747" sldId="257"/>
            <ac:graphicFrameMk id="10" creationId="{0819473F-B745-9E7F-5940-6D1E718FEB78}"/>
          </ac:graphicFrameMkLst>
        </pc:graphicFrameChg>
      </pc:sldChg>
      <pc:sldChg chg="addSp delSp modSp mod setBg">
        <pc:chgData name="Giovanni Berlijn" userId="bef3049b-f43c-48b3-bc26-fd35e168efb9" providerId="ADAL" clId="{E5E02683-721D-4E61-82BC-2AAC7191F3F7}" dt="2025-11-06T12:18:37.127" v="37" actId="26606"/>
        <pc:sldMkLst>
          <pc:docMk/>
          <pc:sldMk cId="526736762" sldId="258"/>
        </pc:sldMkLst>
        <pc:spChg chg="mod">
          <ac:chgData name="Giovanni Berlijn" userId="bef3049b-f43c-48b3-bc26-fd35e168efb9" providerId="ADAL" clId="{E5E02683-721D-4E61-82BC-2AAC7191F3F7}" dt="2025-11-06T12:18:37.127" v="37" actId="26606"/>
          <ac:spMkLst>
            <pc:docMk/>
            <pc:sldMk cId="526736762" sldId="258"/>
            <ac:spMk id="2" creationId="{33EEC645-609F-AC12-0818-7F2BA1E252BB}"/>
          </ac:spMkLst>
        </pc:spChg>
        <pc:spChg chg="add del mod">
          <ac:chgData name="Giovanni Berlijn" userId="bef3049b-f43c-48b3-bc26-fd35e168efb9" providerId="ADAL" clId="{E5E02683-721D-4E61-82BC-2AAC7191F3F7}" dt="2025-11-06T12:18:37.127" v="37" actId="26606"/>
          <ac:spMkLst>
            <pc:docMk/>
            <pc:sldMk cId="526736762" sldId="258"/>
            <ac:spMk id="3" creationId="{018CE7A1-FE23-AC5A-07A2-B30F2A719AD9}"/>
          </ac:spMkLst>
        </pc:spChg>
        <pc:spChg chg="add">
          <ac:chgData name="Giovanni Berlijn" userId="bef3049b-f43c-48b3-bc26-fd35e168efb9" providerId="ADAL" clId="{E5E02683-721D-4E61-82BC-2AAC7191F3F7}" dt="2025-11-06T12:14:58.372" v="11"/>
          <ac:spMkLst>
            <pc:docMk/>
            <pc:sldMk cId="526736762" sldId="258"/>
            <ac:spMk id="4" creationId="{4419C9DC-8EDE-5EB5-C6C9-55B3D61E1D63}"/>
          </ac:spMkLst>
        </pc:spChg>
        <pc:spChg chg="add">
          <ac:chgData name="Giovanni Berlijn" userId="bef3049b-f43c-48b3-bc26-fd35e168efb9" providerId="ADAL" clId="{E5E02683-721D-4E61-82BC-2AAC7191F3F7}" dt="2025-11-06T12:15:01.549" v="12"/>
          <ac:spMkLst>
            <pc:docMk/>
            <pc:sldMk cId="526736762" sldId="258"/>
            <ac:spMk id="5" creationId="{472C06B1-1B6F-42CE-8F69-1E07548DF7A8}"/>
          </ac:spMkLst>
        </pc:spChg>
        <pc:spChg chg="add">
          <ac:chgData name="Giovanni Berlijn" userId="bef3049b-f43c-48b3-bc26-fd35e168efb9" providerId="ADAL" clId="{E5E02683-721D-4E61-82BC-2AAC7191F3F7}" dt="2025-11-06T12:15:05.788" v="13"/>
          <ac:spMkLst>
            <pc:docMk/>
            <pc:sldMk cId="526736762" sldId="258"/>
            <ac:spMk id="6" creationId="{BBC58E24-2440-DDBE-D877-AD69C3CFD620}"/>
          </ac:spMkLst>
        </pc:spChg>
        <pc:spChg chg="add del mod">
          <ac:chgData name="Giovanni Berlijn" userId="bef3049b-f43c-48b3-bc26-fd35e168efb9" providerId="ADAL" clId="{E5E02683-721D-4E61-82BC-2AAC7191F3F7}" dt="2025-11-06T12:18:37.127" v="37" actId="26606"/>
          <ac:spMkLst>
            <pc:docMk/>
            <pc:sldMk cId="526736762" sldId="258"/>
            <ac:spMk id="7" creationId="{A54CF21F-2D41-DC97-3E35-71D003E7209A}"/>
          </ac:spMkLst>
        </pc:spChg>
        <pc:spChg chg="add mod">
          <ac:chgData name="Giovanni Berlijn" userId="bef3049b-f43c-48b3-bc26-fd35e168efb9" providerId="ADAL" clId="{E5E02683-721D-4E61-82BC-2AAC7191F3F7}" dt="2025-11-06T12:15:09.454" v="19" actId="478"/>
          <ac:spMkLst>
            <pc:docMk/>
            <pc:sldMk cId="526736762" sldId="258"/>
            <ac:spMk id="8" creationId="{9007F907-1D28-18B0-7774-9F42F78E08D6}"/>
          </ac:spMkLst>
        </pc:spChg>
        <pc:spChg chg="add mod">
          <ac:chgData name="Giovanni Berlijn" userId="bef3049b-f43c-48b3-bc26-fd35e168efb9" providerId="ADAL" clId="{E5E02683-721D-4E61-82BC-2AAC7191F3F7}" dt="2025-11-06T12:15:15.642" v="23"/>
          <ac:spMkLst>
            <pc:docMk/>
            <pc:sldMk cId="526736762" sldId="258"/>
            <ac:spMk id="9" creationId="{2AF079EC-B75B-1AC6-BF3D-845AF2B5418C}"/>
          </ac:spMkLst>
        </pc:spChg>
        <pc:spChg chg="add">
          <ac:chgData name="Giovanni Berlijn" userId="bef3049b-f43c-48b3-bc26-fd35e168efb9" providerId="ADAL" clId="{E5E02683-721D-4E61-82BC-2AAC7191F3F7}" dt="2025-11-06T12:18:37.127" v="37" actId="26606"/>
          <ac:spMkLst>
            <pc:docMk/>
            <pc:sldMk cId="526736762" sldId="258"/>
            <ac:spMk id="13" creationId="{817D949E-564D-4503-A64E-D22FA3232C29}"/>
          </ac:spMkLst>
        </pc:spChg>
        <pc:spChg chg="add">
          <ac:chgData name="Giovanni Berlijn" userId="bef3049b-f43c-48b3-bc26-fd35e168efb9" providerId="ADAL" clId="{E5E02683-721D-4E61-82BC-2AAC7191F3F7}" dt="2025-11-06T12:18:37.127" v="37" actId="26606"/>
          <ac:spMkLst>
            <pc:docMk/>
            <pc:sldMk cId="526736762" sldId="258"/>
            <ac:spMk id="15" creationId="{2C8EEB27-9249-8B3A-C8C2-18F9DC480810}"/>
          </ac:spMkLst>
        </pc:spChg>
        <pc:spChg chg="add">
          <ac:chgData name="Giovanni Berlijn" userId="bef3049b-f43c-48b3-bc26-fd35e168efb9" providerId="ADAL" clId="{E5E02683-721D-4E61-82BC-2AAC7191F3F7}" dt="2025-11-06T12:18:37.127" v="37" actId="26606"/>
          <ac:spMkLst>
            <pc:docMk/>
            <pc:sldMk cId="526736762" sldId="258"/>
            <ac:spMk id="17" creationId="{18482CAC-96FF-EBE5-E97D-0BE2B8A51E3F}"/>
          </ac:spMkLst>
        </pc:spChg>
        <pc:graphicFrameChg chg="add">
          <ac:chgData name="Giovanni Berlijn" userId="bef3049b-f43c-48b3-bc26-fd35e168efb9" providerId="ADAL" clId="{E5E02683-721D-4E61-82BC-2AAC7191F3F7}" dt="2025-11-06T12:18:37.127" v="37" actId="26606"/>
          <ac:graphicFrameMkLst>
            <pc:docMk/>
            <pc:sldMk cId="526736762" sldId="258"/>
            <ac:graphicFrameMk id="10" creationId="{ED26089B-1529-57C4-96EB-BB0ADEC81413}"/>
          </ac:graphicFrameMkLst>
        </pc:graphicFrameChg>
      </pc:sldChg>
      <pc:sldChg chg="addSp delSp modSp mod setBg setClrOvrMap">
        <pc:chgData name="Giovanni Berlijn" userId="bef3049b-f43c-48b3-bc26-fd35e168efb9" providerId="ADAL" clId="{E5E02683-721D-4E61-82BC-2AAC7191F3F7}" dt="2025-11-06T12:18:15.045" v="36" actId="26606"/>
        <pc:sldMkLst>
          <pc:docMk/>
          <pc:sldMk cId="3757122450" sldId="259"/>
        </pc:sldMkLst>
        <pc:spChg chg="mod">
          <ac:chgData name="Giovanni Berlijn" userId="bef3049b-f43c-48b3-bc26-fd35e168efb9" providerId="ADAL" clId="{E5E02683-721D-4E61-82BC-2AAC7191F3F7}" dt="2025-11-06T12:18:15.045" v="36" actId="26606"/>
          <ac:spMkLst>
            <pc:docMk/>
            <pc:sldMk cId="3757122450" sldId="259"/>
            <ac:spMk id="2" creationId="{61099AAD-2EEF-08C2-FCA8-134D8405C9B4}"/>
          </ac:spMkLst>
        </pc:spChg>
        <pc:spChg chg="add del">
          <ac:chgData name="Giovanni Berlijn" userId="bef3049b-f43c-48b3-bc26-fd35e168efb9" providerId="ADAL" clId="{E5E02683-721D-4E61-82BC-2AAC7191F3F7}" dt="2025-11-06T12:18:12.367" v="35"/>
          <ac:spMkLst>
            <pc:docMk/>
            <pc:sldMk cId="3757122450" sldId="259"/>
            <ac:spMk id="3" creationId="{091BF267-DB3A-0728-E27D-7E18F6A32B2F}"/>
          </ac:spMkLst>
        </pc:spChg>
        <pc:spChg chg="add del">
          <ac:chgData name="Giovanni Berlijn" userId="bef3049b-f43c-48b3-bc26-fd35e168efb9" providerId="ADAL" clId="{E5E02683-721D-4E61-82BC-2AAC7191F3F7}" dt="2025-11-06T12:18:01.793" v="34" actId="26606"/>
          <ac:spMkLst>
            <pc:docMk/>
            <pc:sldMk cId="3757122450" sldId="259"/>
            <ac:spMk id="9" creationId="{774A975B-A886-5202-0489-6965514A0D14}"/>
          </ac:spMkLst>
        </pc:spChg>
        <pc:spChg chg="add del">
          <ac:chgData name="Giovanni Berlijn" userId="bef3049b-f43c-48b3-bc26-fd35e168efb9" providerId="ADAL" clId="{E5E02683-721D-4E61-82BC-2AAC7191F3F7}" dt="2025-11-06T12:18:01.793" v="34" actId="26606"/>
          <ac:spMkLst>
            <pc:docMk/>
            <pc:sldMk cId="3757122450" sldId="259"/>
            <ac:spMk id="11" creationId="{EA67E988-5919-57BB-C7DE-D3EAD38A3045}"/>
          </ac:spMkLst>
        </pc:spChg>
        <pc:spChg chg="add del">
          <ac:chgData name="Giovanni Berlijn" userId="bef3049b-f43c-48b3-bc26-fd35e168efb9" providerId="ADAL" clId="{E5E02683-721D-4E61-82BC-2AAC7191F3F7}" dt="2025-11-06T12:18:01.793" v="34" actId="26606"/>
          <ac:spMkLst>
            <pc:docMk/>
            <pc:sldMk cId="3757122450" sldId="259"/>
            <ac:spMk id="13" creationId="{0EECA69B-4C2A-7F31-8019-E90DB3BD49CB}"/>
          </ac:spMkLst>
        </pc:spChg>
        <pc:spChg chg="add del">
          <ac:chgData name="Giovanni Berlijn" userId="bef3049b-f43c-48b3-bc26-fd35e168efb9" providerId="ADAL" clId="{E5E02683-721D-4E61-82BC-2AAC7191F3F7}" dt="2025-11-06T12:18:01.793" v="34" actId="26606"/>
          <ac:spMkLst>
            <pc:docMk/>
            <pc:sldMk cId="3757122450" sldId="259"/>
            <ac:spMk id="15" creationId="{857DEAC1-B3AA-6569-0A44-A191DF2F3C67}"/>
          </ac:spMkLst>
        </pc:spChg>
        <pc:spChg chg="add">
          <ac:chgData name="Giovanni Berlijn" userId="bef3049b-f43c-48b3-bc26-fd35e168efb9" providerId="ADAL" clId="{E5E02683-721D-4E61-82BC-2AAC7191F3F7}" dt="2025-11-06T12:18:15.045" v="36" actId="26606"/>
          <ac:spMkLst>
            <pc:docMk/>
            <pc:sldMk cId="3757122450" sldId="259"/>
            <ac:spMk id="3078" creationId="{CA46D3DC-F79A-463D-2B79-77344C189DCD}"/>
          </ac:spMkLst>
        </pc:spChg>
        <pc:spChg chg="add">
          <ac:chgData name="Giovanni Berlijn" userId="bef3049b-f43c-48b3-bc26-fd35e168efb9" providerId="ADAL" clId="{E5E02683-721D-4E61-82BC-2AAC7191F3F7}" dt="2025-11-06T12:18:15.045" v="36" actId="26606"/>
          <ac:spMkLst>
            <pc:docMk/>
            <pc:sldMk cId="3757122450" sldId="259"/>
            <ac:spMk id="3081" creationId="{175EAFFD-4A47-DD53-4F76-BD457E18BF1F}"/>
          </ac:spMkLst>
        </pc:spChg>
        <pc:spChg chg="add">
          <ac:chgData name="Giovanni Berlijn" userId="bef3049b-f43c-48b3-bc26-fd35e168efb9" providerId="ADAL" clId="{E5E02683-721D-4E61-82BC-2AAC7191F3F7}" dt="2025-11-06T12:18:15.045" v="36" actId="26606"/>
          <ac:spMkLst>
            <pc:docMk/>
            <pc:sldMk cId="3757122450" sldId="259"/>
            <ac:spMk id="3083" creationId="{7CC1FECC-9CA4-341C-7E20-4728C5147389}"/>
          </ac:spMkLst>
        </pc:spChg>
        <pc:picChg chg="add del">
          <ac:chgData name="Giovanni Berlijn" userId="bef3049b-f43c-48b3-bc26-fd35e168efb9" providerId="ADAL" clId="{E5E02683-721D-4E61-82BC-2AAC7191F3F7}" dt="2025-11-06T12:18:01.793" v="34" actId="26606"/>
          <ac:picMkLst>
            <pc:docMk/>
            <pc:sldMk cId="3757122450" sldId="259"/>
            <ac:picMk id="5" creationId="{E2341A78-165E-C792-769B-4D9633F7341E}"/>
          </ac:picMkLst>
        </pc:picChg>
        <pc:picChg chg="add mod">
          <ac:chgData name="Giovanni Berlijn" userId="bef3049b-f43c-48b3-bc26-fd35e168efb9" providerId="ADAL" clId="{E5E02683-721D-4E61-82BC-2AAC7191F3F7}" dt="2025-11-06T12:18:15.045" v="36" actId="26606"/>
          <ac:picMkLst>
            <pc:docMk/>
            <pc:sldMk cId="3757122450" sldId="259"/>
            <ac:picMk id="3074" creationId="{5C0F191C-675D-4331-D0CF-8E7092B9FA15}"/>
          </ac:picMkLst>
        </pc:picChg>
      </pc:sldChg>
      <pc:sldChg chg="addSp delSp modSp mod setBg">
        <pc:chgData name="Giovanni Berlijn" userId="bef3049b-f43c-48b3-bc26-fd35e168efb9" providerId="ADAL" clId="{E5E02683-721D-4E61-82BC-2AAC7191F3F7}" dt="2025-11-06T12:11:19.782" v="10" actId="26606"/>
        <pc:sldMkLst>
          <pc:docMk/>
          <pc:sldMk cId="470115692" sldId="260"/>
        </pc:sldMkLst>
        <pc:spChg chg="mo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2" creationId="{D047C62B-E00E-7A0E-7F41-8B12C3E80CF3}"/>
          </ac:spMkLst>
        </pc:spChg>
        <pc:spChg chg="del">
          <ac:chgData name="Giovanni Berlijn" userId="bef3049b-f43c-48b3-bc26-fd35e168efb9" providerId="ADAL" clId="{E5E02683-721D-4E61-82BC-2AAC7191F3F7}" dt="2025-11-06T12:11:01.065" v="7"/>
          <ac:spMkLst>
            <pc:docMk/>
            <pc:sldMk cId="470115692" sldId="260"/>
            <ac:spMk id="3" creationId="{EBA66C54-069F-7FFA-0887-D8E74F7C6519}"/>
          </ac:spMkLst>
        </pc:spChg>
        <pc:spChg chg="add del mo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4" creationId="{3426743E-F0BD-0C77-98B1-2EDF10D78EF7}"/>
          </ac:spMkLst>
        </pc:spChg>
        <pc:spChg chg="ad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1033" creationId="{774A975B-A886-5202-0489-6965514A0D14}"/>
          </ac:spMkLst>
        </pc:spChg>
        <pc:spChg chg="ad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1035" creationId="{EA67E988-5919-57BB-C7DE-D3EAD38A3045}"/>
          </ac:spMkLst>
        </pc:spChg>
        <pc:spChg chg="ad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1037" creationId="{E73AF435-44C8-C44B-9352-ACFA393E2F29}"/>
          </ac:spMkLst>
        </pc:spChg>
        <pc:spChg chg="ad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1039" creationId="{288058DF-7580-C88F-23F0-429412309B31}"/>
          </ac:spMkLst>
        </pc:spChg>
        <pc:spChg chg="add">
          <ac:chgData name="Giovanni Berlijn" userId="bef3049b-f43c-48b3-bc26-fd35e168efb9" providerId="ADAL" clId="{E5E02683-721D-4E61-82BC-2AAC7191F3F7}" dt="2025-11-06T12:11:19.782" v="10" actId="26606"/>
          <ac:spMkLst>
            <pc:docMk/>
            <pc:sldMk cId="470115692" sldId="260"/>
            <ac:spMk id="1041" creationId="{43F82943-4565-9E0E-E9DB-5B7B417E670A}"/>
          </ac:spMkLst>
        </pc:spChg>
        <pc:picChg chg="add del mod">
          <ac:chgData name="Giovanni Berlijn" userId="bef3049b-f43c-48b3-bc26-fd35e168efb9" providerId="ADAL" clId="{E5E02683-721D-4E61-82BC-2AAC7191F3F7}" dt="2025-11-06T12:11:14.693" v="8" actId="478"/>
          <ac:picMkLst>
            <pc:docMk/>
            <pc:sldMk cId="470115692" sldId="260"/>
            <ac:picMk id="1026" creationId="{979057CE-E3FC-D5D9-6819-6623ACB39F8D}"/>
          </ac:picMkLst>
        </pc:picChg>
        <pc:picChg chg="add mod">
          <ac:chgData name="Giovanni Berlijn" userId="bef3049b-f43c-48b3-bc26-fd35e168efb9" providerId="ADAL" clId="{E5E02683-721D-4E61-82BC-2AAC7191F3F7}" dt="2025-11-06T12:11:19.782" v="10" actId="26606"/>
          <ac:picMkLst>
            <pc:docMk/>
            <pc:sldMk cId="470115692" sldId="260"/>
            <ac:picMk id="1028" creationId="{44478570-A044-3AC5-B3EF-5141B36DA1B6}"/>
          </ac:picMkLst>
        </pc:picChg>
      </pc:sldChg>
    </pc:docChg>
  </pc:docChgLst>
  <pc:docChgLst>
    <pc:chgData name="Robin den Hertog" userId="S::robin.den.hertog@student.nhlstenden.com::86a7c027-8e74-44b5-9fe1-957dad1bc886" providerId="AD" clId="Web-{2DBAAB38-0EAB-27EE-B25A-959D0A2DD3A4}"/>
    <pc:docChg chg="modSld addMainMaster delMainMaster">
      <pc:chgData name="Robin den Hertog" userId="S::robin.den.hertog@student.nhlstenden.com::86a7c027-8e74-44b5-9fe1-957dad1bc886" providerId="AD" clId="Web-{2DBAAB38-0EAB-27EE-B25A-959D0A2DD3A4}" dt="2025-11-05T14:57:46.593" v="94" actId="20577"/>
      <pc:docMkLst>
        <pc:docMk/>
      </pc:docMkLst>
      <pc:sldChg chg="addSp delSp modSp mod setBg modClrScheme setClrOvrMap chgLayout">
        <pc:chgData name="Robin den Hertog" userId="S::robin.den.hertog@student.nhlstenden.com::86a7c027-8e74-44b5-9fe1-957dad1bc886" providerId="AD" clId="Web-{2DBAAB38-0EAB-27EE-B25A-959D0A2DD3A4}" dt="2025-11-05T14:57:46.593" v="94" actId="20577"/>
        <pc:sldMkLst>
          <pc:docMk/>
          <pc:sldMk cId="109857222" sldId="256"/>
        </pc:sldMkLst>
        <pc:spChg chg="mod">
          <ac:chgData name="Robin den Hertog" userId="S::robin.den.hertog@student.nhlstenden.com::86a7c027-8e74-44b5-9fe1-957dad1bc886" providerId="AD" clId="Web-{2DBAAB38-0EAB-27EE-B25A-959D0A2DD3A4}" dt="2025-11-05T14:56:07.184" v="3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obin den Hertog" userId="S::robin.den.hertog@student.nhlstenden.com::86a7c027-8e74-44b5-9fe1-957dad1bc886" providerId="AD" clId="Web-{2DBAAB38-0EAB-27EE-B25A-959D0A2DD3A4}" dt="2025-11-05T14:57:46.593" v="94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Robin den Hertog" userId="S::robin.den.hertog@student.nhlstenden.com::86a7c027-8e74-44b5-9fe1-957dad1bc886" providerId="AD" clId="Web-{2DBAAB38-0EAB-27EE-B25A-959D0A2DD3A4}" dt="2025-11-05T14:55:12.775" v="1"/>
          <ac:spMkLst>
            <pc:docMk/>
            <pc:sldMk cId="109857222" sldId="256"/>
            <ac:spMk id="9" creationId="{6E448DB1-4196-18A6-15DA-C72635C1B11E}"/>
          </ac:spMkLst>
        </pc:spChg>
        <pc:spChg chg="add del">
          <ac:chgData name="Robin den Hertog" userId="S::robin.den.hertog@student.nhlstenden.com::86a7c027-8e74-44b5-9fe1-957dad1bc886" providerId="AD" clId="Web-{2DBAAB38-0EAB-27EE-B25A-959D0A2DD3A4}" dt="2025-11-05T14:55:12.775" v="1"/>
          <ac:spMkLst>
            <pc:docMk/>
            <pc:sldMk cId="109857222" sldId="256"/>
            <ac:spMk id="11" creationId="{DF15DF8A-891A-1965-E372-1BA1F3B945EF}"/>
          </ac:spMkLst>
        </pc:spChg>
        <pc:spChg chg="add del">
          <ac:chgData name="Robin den Hertog" userId="S::robin.den.hertog@student.nhlstenden.com::86a7c027-8e74-44b5-9fe1-957dad1bc886" providerId="AD" clId="Web-{2DBAAB38-0EAB-27EE-B25A-959D0A2DD3A4}" dt="2025-11-05T14:55:18.307" v="3"/>
          <ac:spMkLst>
            <pc:docMk/>
            <pc:sldMk cId="109857222" sldId="256"/>
            <ac:spMk id="14" creationId="{19F9BF86-FE94-4517-B97D-026C7515E589}"/>
          </ac:spMkLst>
        </pc:spChg>
        <pc:spChg chg="add del">
          <ac:chgData name="Robin den Hertog" userId="S::robin.den.hertog@student.nhlstenden.com::86a7c027-8e74-44b5-9fe1-957dad1bc886" providerId="AD" clId="Web-{2DBAAB38-0EAB-27EE-B25A-959D0A2DD3A4}" dt="2025-11-05T14:55:18.307" v="3"/>
          <ac:spMkLst>
            <pc:docMk/>
            <pc:sldMk cId="109857222" sldId="256"/>
            <ac:spMk id="16" creationId="{122AB34F-E75C-451A-8410-05B6C249E9D3}"/>
          </ac:spMkLst>
        </pc:spChg>
        <pc:spChg chg="add">
          <ac:chgData name="Robin den Hertog" userId="S::robin.den.hertog@student.nhlstenden.com::86a7c027-8e74-44b5-9fe1-957dad1bc886" providerId="AD" clId="Web-{2DBAAB38-0EAB-27EE-B25A-959D0A2DD3A4}" dt="2025-11-05T14:55:18.400" v="4"/>
          <ac:spMkLst>
            <pc:docMk/>
            <pc:sldMk cId="109857222" sldId="256"/>
            <ac:spMk id="18" creationId="{B7E2F724-2FB3-4D1D-A730-739B8654C030}"/>
          </ac:spMkLst>
        </pc:spChg>
        <pc:spChg chg="add">
          <ac:chgData name="Robin den Hertog" userId="S::robin.den.hertog@student.nhlstenden.com::86a7c027-8e74-44b5-9fe1-957dad1bc886" providerId="AD" clId="Web-{2DBAAB38-0EAB-27EE-B25A-959D0A2DD3A4}" dt="2025-11-05T14:55:18.400" v="4"/>
          <ac:spMkLst>
            <pc:docMk/>
            <pc:sldMk cId="109857222" sldId="256"/>
            <ac:spMk id="20" creationId="{B2C335F7-F61C-4EB4-80F2-4B1438FE66BB}"/>
          </ac:spMkLst>
        </pc:spChg>
        <pc:picChg chg="add del">
          <ac:chgData name="Robin den Hertog" userId="S::robin.den.hertog@student.nhlstenden.com::86a7c027-8e74-44b5-9fe1-957dad1bc886" providerId="AD" clId="Web-{2DBAAB38-0EAB-27EE-B25A-959D0A2DD3A4}" dt="2025-11-05T14:55:12.775" v="1"/>
          <ac:picMkLst>
            <pc:docMk/>
            <pc:sldMk cId="109857222" sldId="256"/>
            <ac:picMk id="4" creationId="{DC0A8D89-D43B-D5BB-06AD-AD09C3C6D7CD}"/>
          </ac:picMkLst>
        </pc:picChg>
        <pc:picChg chg="add del">
          <ac:chgData name="Robin den Hertog" userId="S::robin.den.hertog@student.nhlstenden.com::86a7c027-8e74-44b5-9fe1-957dad1bc886" providerId="AD" clId="Web-{2DBAAB38-0EAB-27EE-B25A-959D0A2DD3A4}" dt="2025-11-05T14:55:18.307" v="3"/>
          <ac:picMkLst>
            <pc:docMk/>
            <pc:sldMk cId="109857222" sldId="256"/>
            <ac:picMk id="15" creationId="{CE781D27-C6E3-E16D-D0E4-B9B0EC33B563}"/>
          </ac:picMkLst>
        </pc:picChg>
        <pc:picChg chg="add">
          <ac:chgData name="Robin den Hertog" userId="S::robin.den.hertog@student.nhlstenden.com::86a7c027-8e74-44b5-9fe1-957dad1bc886" providerId="AD" clId="Web-{2DBAAB38-0EAB-27EE-B25A-959D0A2DD3A4}" dt="2025-11-05T14:55:18.400" v="4"/>
          <ac:picMkLst>
            <pc:docMk/>
            <pc:sldMk cId="109857222" sldId="256"/>
            <ac:picMk id="19" creationId="{CD1D90A6-F392-7BD1-E5F3-63B4858781C7}"/>
          </ac:picMkLst>
        </pc:picChg>
        <pc:cxnChg chg="add del">
          <ac:chgData name="Robin den Hertog" userId="S::robin.den.hertog@student.nhlstenden.com::86a7c027-8e74-44b5-9fe1-957dad1bc886" providerId="AD" clId="Web-{2DBAAB38-0EAB-27EE-B25A-959D0A2DD3A4}" dt="2025-11-05T14:55:18.307" v="3"/>
          <ac:cxnSpMkLst>
            <pc:docMk/>
            <pc:sldMk cId="109857222" sldId="256"/>
            <ac:cxnSpMk id="13" creationId="{97CC2FE6-3AD0-4131-B4BC-1F4D65E25E13}"/>
          </ac:cxnSpMkLst>
        </pc:cxnChg>
      </pc:sldChg>
      <pc:sldMasterChg chg="add del addSldLayout delSldLayout">
        <pc:chgData name="Robin den Hertog" userId="S::robin.den.hertog@student.nhlstenden.com::86a7c027-8e74-44b5-9fe1-957dad1bc886" providerId="AD" clId="Web-{2DBAAB38-0EAB-27EE-B25A-959D0A2DD3A4}" dt="2025-11-05T14:55:18.400" v="4"/>
        <pc:sldMasterMkLst>
          <pc:docMk/>
          <pc:sldMasterMk cId="2460954070" sldId="2147483660"/>
        </pc:sldMasterMkLst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Robin den Hertog" userId="S::robin.den.hertog@student.nhlstenden.com::86a7c027-8e74-44b5-9fe1-957dad1bc886" providerId="AD" clId="Web-{2DBAAB38-0EAB-27EE-B25A-959D0A2DD3A4}" dt="2025-11-05T14:55:18.400" v="4"/>
        <pc:sldMasterMkLst>
          <pc:docMk/>
          <pc:sldMasterMk cId="1747633016" sldId="2147483672"/>
        </pc:sldMasterMkLst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4026553169" sldId="2147483673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2252595969" sldId="2147483674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3421068603" sldId="2147483675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1254131968" sldId="2147483676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1498490381" sldId="2147483677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4132838584" sldId="2147483678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3400865298" sldId="2147483679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1698564547" sldId="2147483680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408699488" sldId="2147483681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644619402" sldId="2147483682"/>
          </pc:sldLayoutMkLst>
        </pc:sldLayoutChg>
        <pc:sldLayoutChg chg="add">
          <pc:chgData name="Robin den Hertog" userId="S::robin.den.hertog@student.nhlstenden.com::86a7c027-8e74-44b5-9fe1-957dad1bc886" providerId="AD" clId="Web-{2DBAAB38-0EAB-27EE-B25A-959D0A2DD3A4}" dt="2025-11-05T14:55:18.400" v="4"/>
          <pc:sldLayoutMkLst>
            <pc:docMk/>
            <pc:sldMasterMk cId="1747633016" sldId="2147483672"/>
            <pc:sldLayoutMk cId="3788249552" sldId="2147483683"/>
          </pc:sldLayoutMkLst>
        </pc:sldLayoutChg>
      </pc:sldMasterChg>
      <pc:sldMasterChg chg="add del addSldLayout delSldLayout">
        <pc:chgData name="Robin den Hertog" userId="S::robin.den.hertog@student.nhlstenden.com::86a7c027-8e74-44b5-9fe1-957dad1bc886" providerId="AD" clId="Web-{2DBAAB38-0EAB-27EE-B25A-959D0A2DD3A4}" dt="2025-11-05T14:55:18.307" v="3"/>
        <pc:sldMasterMkLst>
          <pc:docMk/>
          <pc:sldMasterMk cId="3301586813" sldId="2147483695"/>
        </pc:sldMasterMkLst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794339388" sldId="2147483684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729700053" sldId="2147483685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683367896" sldId="2147483686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585678227" sldId="2147483687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3146330554" sldId="2147483688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613168666" sldId="2147483689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105899351" sldId="2147483690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13887295" sldId="2147483691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2172313173" sldId="2147483692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1853849035" sldId="2147483693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8.307" v="3"/>
          <pc:sldLayoutMkLst>
            <pc:docMk/>
            <pc:sldMasterMk cId="3301586813" sldId="2147483695"/>
            <pc:sldLayoutMk cId="3773443299" sldId="2147483694"/>
          </pc:sldLayoutMkLst>
        </pc:sldLayoutChg>
      </pc:sldMasterChg>
      <pc:sldMasterChg chg="add del addSldLayout delSldLayout">
        <pc:chgData name="Robin den Hertog" userId="S::robin.den.hertog@student.nhlstenden.com::86a7c027-8e74-44b5-9fe1-957dad1bc886" providerId="AD" clId="Web-{2DBAAB38-0EAB-27EE-B25A-959D0A2DD3A4}" dt="2025-11-05T14:55:12.775" v="1"/>
        <pc:sldMasterMkLst>
          <pc:docMk/>
          <pc:sldMasterMk cId="2956633223" sldId="2147483721"/>
        </pc:sldMasterMkLst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2023331483" sldId="2147483710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341051686" sldId="2147483711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768467160" sldId="2147483712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815472067" sldId="2147483713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2597674900" sldId="2147483714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1826263816" sldId="2147483715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3893234797" sldId="2147483716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3266852730" sldId="2147483717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1153849785" sldId="2147483718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1955863858" sldId="2147483719"/>
          </pc:sldLayoutMkLst>
        </pc:sldLayoutChg>
        <pc:sldLayoutChg chg="add del">
          <pc:chgData name="Robin den Hertog" userId="S::robin.den.hertog@student.nhlstenden.com::86a7c027-8e74-44b5-9fe1-957dad1bc886" providerId="AD" clId="Web-{2DBAAB38-0EAB-27EE-B25A-959D0A2DD3A4}" dt="2025-11-05T14:55:12.775" v="1"/>
          <pc:sldLayoutMkLst>
            <pc:docMk/>
            <pc:sldMasterMk cId="2956633223" sldId="2147483721"/>
            <pc:sldLayoutMk cId="3437057710" sldId="2147483720"/>
          </pc:sldLayoutMkLst>
        </pc:sldLayoutChg>
      </pc:sldMasterChg>
    </pc:docChg>
  </pc:docChgLst>
  <pc:docChgLst>
    <pc:chgData name="Giovanni Berlijn" userId="S::giovanni.berlijn@student.nhlstenden.com::bef3049b-f43c-48b3-bc26-fd35e168efb9" providerId="AD" clId="Web-{A4D183AE-66A7-649C-8A21-612A7BA97641}"/>
    <pc:docChg chg="addSld modSld">
      <pc:chgData name="Giovanni Berlijn" userId="S::giovanni.berlijn@student.nhlstenden.com::bef3049b-f43c-48b3-bc26-fd35e168efb9" providerId="AD" clId="Web-{A4D183AE-66A7-649C-8A21-612A7BA97641}" dt="2025-11-06T11:59:36.747" v="73" actId="20577"/>
      <pc:docMkLst>
        <pc:docMk/>
      </pc:docMkLst>
      <pc:sldChg chg="addSp delSp modSp mod setClrOvrMap">
        <pc:chgData name="Giovanni Berlijn" userId="S::giovanni.berlijn@student.nhlstenden.com::bef3049b-f43c-48b3-bc26-fd35e168efb9" providerId="AD" clId="Web-{A4D183AE-66A7-649C-8A21-612A7BA97641}" dt="2025-11-06T11:58:57.699" v="71" actId="20577"/>
        <pc:sldMkLst>
          <pc:docMk/>
          <pc:sldMk cId="109857222" sldId="256"/>
        </pc:sldMkLst>
        <pc:spChg chg="mod">
          <ac:chgData name="Giovanni Berlijn" userId="S::giovanni.berlijn@student.nhlstenden.com::bef3049b-f43c-48b3-bc26-fd35e168efb9" providerId="AD" clId="Web-{A4D183AE-66A7-649C-8A21-612A7BA97641}" dt="2025-11-06T11:58:34.167" v="6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iovanni Berlijn" userId="S::giovanni.berlijn@student.nhlstenden.com::bef3049b-f43c-48b3-bc26-fd35e168efb9" providerId="AD" clId="Web-{A4D183AE-66A7-649C-8A21-612A7BA97641}" dt="2025-11-06T11:58:57.699" v="71" actId="20577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Giovanni Berlijn" userId="S::giovanni.berlijn@student.nhlstenden.com::bef3049b-f43c-48b3-bc26-fd35e168efb9" providerId="AD" clId="Web-{A4D183AE-66A7-649C-8A21-612A7BA97641}" dt="2025-11-06T11:52:54.249" v="62"/>
          <ac:spMkLst>
            <pc:docMk/>
            <pc:sldMk cId="109857222" sldId="256"/>
            <ac:spMk id="18" creationId="{B7E2F724-2FB3-4D1D-A730-739B8654C030}"/>
          </ac:spMkLst>
        </pc:spChg>
        <pc:spChg chg="del">
          <ac:chgData name="Giovanni Berlijn" userId="S::giovanni.berlijn@student.nhlstenden.com::bef3049b-f43c-48b3-bc26-fd35e168efb9" providerId="AD" clId="Web-{A4D183AE-66A7-649C-8A21-612A7BA97641}" dt="2025-11-06T11:52:54.249" v="62"/>
          <ac:spMkLst>
            <pc:docMk/>
            <pc:sldMk cId="109857222" sldId="256"/>
            <ac:spMk id="20" creationId="{B2C335F7-F61C-4EB4-80F2-4B1438FE66BB}"/>
          </ac:spMkLst>
        </pc:spChg>
        <pc:spChg chg="add">
          <ac:chgData name="Giovanni Berlijn" userId="S::giovanni.berlijn@student.nhlstenden.com::bef3049b-f43c-48b3-bc26-fd35e168efb9" providerId="AD" clId="Web-{A4D183AE-66A7-649C-8A21-612A7BA97641}" dt="2025-11-06T11:52:54.249" v="62"/>
          <ac:spMkLst>
            <pc:docMk/>
            <pc:sldMk cId="109857222" sldId="256"/>
            <ac:spMk id="25" creationId="{CD7F9EC8-0E2C-4023-9DD1-73BEF6B80D13}"/>
          </ac:spMkLst>
        </pc:spChg>
        <pc:spChg chg="add">
          <ac:chgData name="Giovanni Berlijn" userId="S::giovanni.berlijn@student.nhlstenden.com::bef3049b-f43c-48b3-bc26-fd35e168efb9" providerId="AD" clId="Web-{A4D183AE-66A7-649C-8A21-612A7BA97641}" dt="2025-11-06T11:52:54.249" v="62"/>
          <ac:spMkLst>
            <pc:docMk/>
            <pc:sldMk cId="109857222" sldId="256"/>
            <ac:spMk id="27" creationId="{6270D10B-6EA2-89DB-412E-A83B81393A99}"/>
          </ac:spMkLst>
        </pc:spChg>
        <pc:spChg chg="add">
          <ac:chgData name="Giovanni Berlijn" userId="S::giovanni.berlijn@student.nhlstenden.com::bef3049b-f43c-48b3-bc26-fd35e168efb9" providerId="AD" clId="Web-{A4D183AE-66A7-649C-8A21-612A7BA97641}" dt="2025-11-06T11:52:54.249" v="62"/>
          <ac:spMkLst>
            <pc:docMk/>
            <pc:sldMk cId="109857222" sldId="256"/>
            <ac:spMk id="29" creationId="{C0301BA4-10E6-44CC-9EEC-727EDF3BC4B8}"/>
          </ac:spMkLst>
        </pc:spChg>
        <pc:picChg chg="add del mod">
          <ac:chgData name="Giovanni Berlijn" userId="S::giovanni.berlijn@student.nhlstenden.com::bef3049b-f43c-48b3-bc26-fd35e168efb9" providerId="AD" clId="Web-{A4D183AE-66A7-649C-8A21-612A7BA97641}" dt="2025-11-06T11:52:38.561" v="59"/>
          <ac:picMkLst>
            <pc:docMk/>
            <pc:sldMk cId="109857222" sldId="256"/>
            <ac:picMk id="4" creationId="{7276E74F-192D-63D5-472B-DF8B4AC39BAC}"/>
          </ac:picMkLst>
        </pc:picChg>
        <pc:picChg chg="add mod">
          <ac:chgData name="Giovanni Berlijn" userId="S::giovanni.berlijn@student.nhlstenden.com::bef3049b-f43c-48b3-bc26-fd35e168efb9" providerId="AD" clId="Web-{A4D183AE-66A7-649C-8A21-612A7BA97641}" dt="2025-11-06T11:52:54.249" v="62"/>
          <ac:picMkLst>
            <pc:docMk/>
            <pc:sldMk cId="109857222" sldId="256"/>
            <ac:picMk id="5" creationId="{A8CE3F0F-D812-8C47-2A07-A07FE31208F1}"/>
          </ac:picMkLst>
        </pc:picChg>
        <pc:picChg chg="del">
          <ac:chgData name="Giovanni Berlijn" userId="S::giovanni.berlijn@student.nhlstenden.com::bef3049b-f43c-48b3-bc26-fd35e168efb9" providerId="AD" clId="Web-{A4D183AE-66A7-649C-8A21-612A7BA97641}" dt="2025-11-06T11:52:19.747" v="58"/>
          <ac:picMkLst>
            <pc:docMk/>
            <pc:sldMk cId="109857222" sldId="256"/>
            <ac:picMk id="19" creationId="{CD1D90A6-F392-7BD1-E5F3-63B4858781C7}"/>
          </ac:picMkLst>
        </pc:picChg>
      </pc:sldChg>
      <pc:sldChg chg="addSp delSp modSp new mod setBg">
        <pc:chgData name="Giovanni Berlijn" userId="S::giovanni.berlijn@student.nhlstenden.com::bef3049b-f43c-48b3-bc26-fd35e168efb9" providerId="AD" clId="Web-{A4D183AE-66A7-649C-8A21-612A7BA97641}" dt="2025-11-06T11:59:27.309" v="72" actId="20577"/>
        <pc:sldMkLst>
          <pc:docMk/>
          <pc:sldMk cId="1134348747" sldId="257"/>
        </pc:sldMkLst>
        <pc:spChg chg="mod">
          <ac:chgData name="Giovanni Berlijn" userId="S::giovanni.berlijn@student.nhlstenden.com::bef3049b-f43c-48b3-bc26-fd35e168efb9" providerId="AD" clId="Web-{A4D183AE-66A7-649C-8A21-612A7BA97641}" dt="2025-11-06T11:49:45.837" v="55"/>
          <ac:spMkLst>
            <pc:docMk/>
            <pc:sldMk cId="1134348747" sldId="257"/>
            <ac:spMk id="2" creationId="{94383093-A342-11E5-D786-44C16176873C}"/>
          </ac:spMkLst>
        </pc:spChg>
        <pc:spChg chg="add del mod">
          <ac:chgData name="Giovanni Berlijn" userId="S::giovanni.berlijn@student.nhlstenden.com::bef3049b-f43c-48b3-bc26-fd35e168efb9" providerId="AD" clId="Web-{A4D183AE-66A7-649C-8A21-612A7BA97641}" dt="2025-11-06T11:59:27.309" v="72" actId="20577"/>
          <ac:spMkLst>
            <pc:docMk/>
            <pc:sldMk cId="1134348747" sldId="257"/>
            <ac:spMk id="3" creationId="{25E985C8-DD7C-1A24-2C41-3AA44EF1DE80}"/>
          </ac:spMkLst>
        </pc:spChg>
        <pc:spChg chg="add del">
          <ac:chgData name="Giovanni Berlijn" userId="S::giovanni.berlijn@student.nhlstenden.com::bef3049b-f43c-48b3-bc26-fd35e168efb9" providerId="AD" clId="Web-{A4D183AE-66A7-649C-8A21-612A7BA97641}" dt="2025-11-06T11:49:39.118" v="53"/>
          <ac:spMkLst>
            <pc:docMk/>
            <pc:sldMk cId="1134348747" sldId="257"/>
            <ac:spMk id="9" creationId="{F420BC5C-C418-4843-B04B-6918968D0982}"/>
          </ac:spMkLst>
        </pc:spChg>
        <pc:spChg chg="add del">
          <ac:chgData name="Giovanni Berlijn" userId="S::giovanni.berlijn@student.nhlstenden.com::bef3049b-f43c-48b3-bc26-fd35e168efb9" providerId="AD" clId="Web-{A4D183AE-66A7-649C-8A21-612A7BA97641}" dt="2025-11-06T11:49:39.118" v="53"/>
          <ac:spMkLst>
            <pc:docMk/>
            <pc:sldMk cId="1134348747" sldId="257"/>
            <ac:spMk id="11" creationId="{04E511C3-750B-AA87-AE51-0FA2069EA0B9}"/>
          </ac:spMkLst>
        </pc:spChg>
        <pc:spChg chg="add del">
          <ac:chgData name="Giovanni Berlijn" userId="S::giovanni.berlijn@student.nhlstenden.com::bef3049b-f43c-48b3-bc26-fd35e168efb9" providerId="AD" clId="Web-{A4D183AE-66A7-649C-8A21-612A7BA97641}" dt="2025-11-06T11:49:45.837" v="55"/>
          <ac:spMkLst>
            <pc:docMk/>
            <pc:sldMk cId="1134348747" sldId="257"/>
            <ac:spMk id="13" creationId="{851808AB-2943-464C-A710-F2A18D869334}"/>
          </ac:spMkLst>
        </pc:spChg>
        <pc:spChg chg="add del">
          <ac:chgData name="Giovanni Berlijn" userId="S::giovanni.berlijn@student.nhlstenden.com::bef3049b-f43c-48b3-bc26-fd35e168efb9" providerId="AD" clId="Web-{A4D183AE-66A7-649C-8A21-612A7BA97641}" dt="2025-11-06T11:49:45.837" v="55"/>
          <ac:spMkLst>
            <pc:docMk/>
            <pc:sldMk cId="1134348747" sldId="257"/>
            <ac:spMk id="14" creationId="{817D949E-564D-4503-A64E-D22FA3232C29}"/>
          </ac:spMkLst>
        </pc:spChg>
        <pc:spChg chg="add del">
          <ac:chgData name="Giovanni Berlijn" userId="S::giovanni.berlijn@student.nhlstenden.com::bef3049b-f43c-48b3-bc26-fd35e168efb9" providerId="AD" clId="Web-{A4D183AE-66A7-649C-8A21-612A7BA97641}" dt="2025-11-06T11:49:45.837" v="55"/>
          <ac:spMkLst>
            <pc:docMk/>
            <pc:sldMk cId="1134348747" sldId="257"/>
            <ac:spMk id="15" creationId="{92BE0106-0C20-465B-A1BE-0BAC2737B1AD}"/>
          </ac:spMkLst>
        </pc:spChg>
        <pc:graphicFrameChg chg="add del">
          <ac:chgData name="Giovanni Berlijn" userId="S::giovanni.berlijn@student.nhlstenden.com::bef3049b-f43c-48b3-bc26-fd35e168efb9" providerId="AD" clId="Web-{A4D183AE-66A7-649C-8A21-612A7BA97641}" dt="2025-11-06T11:49:39.118" v="53"/>
          <ac:graphicFrameMkLst>
            <pc:docMk/>
            <pc:sldMk cId="1134348747" sldId="257"/>
            <ac:graphicFrameMk id="5" creationId="{55771218-FC58-C292-342B-31AF85D6DF4F}"/>
          </ac:graphicFrameMkLst>
        </pc:graphicFrameChg>
        <pc:graphicFrameChg chg="add del">
          <ac:chgData name="Giovanni Berlijn" userId="S::giovanni.berlijn@student.nhlstenden.com::bef3049b-f43c-48b3-bc26-fd35e168efb9" providerId="AD" clId="Web-{A4D183AE-66A7-649C-8A21-612A7BA97641}" dt="2025-11-06T11:49:45.837" v="55"/>
          <ac:graphicFrameMkLst>
            <pc:docMk/>
            <pc:sldMk cId="1134348747" sldId="257"/>
            <ac:graphicFrameMk id="16" creationId="{BAAF777B-D640-F52F-7085-11ABE122C745}"/>
          </ac:graphicFrameMkLst>
        </pc:graphicFrameChg>
      </pc:sldChg>
      <pc:sldChg chg="modSp new">
        <pc:chgData name="Giovanni Berlijn" userId="S::giovanni.berlijn@student.nhlstenden.com::bef3049b-f43c-48b3-bc26-fd35e168efb9" providerId="AD" clId="Web-{A4D183AE-66A7-649C-8A21-612A7BA97641}" dt="2025-11-06T11:59:36.747" v="73" actId="20577"/>
        <pc:sldMkLst>
          <pc:docMk/>
          <pc:sldMk cId="526736762" sldId="258"/>
        </pc:sldMkLst>
        <pc:spChg chg="mod">
          <ac:chgData name="Giovanni Berlijn" userId="S::giovanni.berlijn@student.nhlstenden.com::bef3049b-f43c-48b3-bc26-fd35e168efb9" providerId="AD" clId="Web-{A4D183AE-66A7-649C-8A21-612A7BA97641}" dt="2025-11-06T11:43:30.067" v="15" actId="20577"/>
          <ac:spMkLst>
            <pc:docMk/>
            <pc:sldMk cId="526736762" sldId="258"/>
            <ac:spMk id="2" creationId="{33EEC645-609F-AC12-0818-7F2BA1E252BB}"/>
          </ac:spMkLst>
        </pc:spChg>
        <pc:spChg chg="mod">
          <ac:chgData name="Giovanni Berlijn" userId="S::giovanni.berlijn@student.nhlstenden.com::bef3049b-f43c-48b3-bc26-fd35e168efb9" providerId="AD" clId="Web-{A4D183AE-66A7-649C-8A21-612A7BA97641}" dt="2025-11-06T11:59:36.747" v="73" actId="20577"/>
          <ac:spMkLst>
            <pc:docMk/>
            <pc:sldMk cId="526736762" sldId="258"/>
            <ac:spMk id="3" creationId="{018CE7A1-FE23-AC5A-07A2-B30F2A719AD9}"/>
          </ac:spMkLst>
        </pc:spChg>
      </pc:sldChg>
      <pc:sldChg chg="modSp new">
        <pc:chgData name="Giovanni Berlijn" userId="S::giovanni.berlijn@student.nhlstenden.com::bef3049b-f43c-48b3-bc26-fd35e168efb9" providerId="AD" clId="Web-{A4D183AE-66A7-649C-8A21-612A7BA97641}" dt="2025-11-06T11:45:15.709" v="41" actId="20577"/>
        <pc:sldMkLst>
          <pc:docMk/>
          <pc:sldMk cId="3757122450" sldId="259"/>
        </pc:sldMkLst>
        <pc:spChg chg="mod">
          <ac:chgData name="Giovanni Berlijn" userId="S::giovanni.berlijn@student.nhlstenden.com::bef3049b-f43c-48b3-bc26-fd35e168efb9" providerId="AD" clId="Web-{A4D183AE-66A7-649C-8A21-612A7BA97641}" dt="2025-11-06T11:45:15.709" v="41" actId="20577"/>
          <ac:spMkLst>
            <pc:docMk/>
            <pc:sldMk cId="3757122450" sldId="259"/>
            <ac:spMk id="2" creationId="{61099AAD-2EEF-08C2-FCA8-134D8405C9B4}"/>
          </ac:spMkLst>
        </pc:spChg>
      </pc:sldChg>
      <pc:sldChg chg="modSp new">
        <pc:chgData name="Giovanni Berlijn" userId="S::giovanni.berlijn@student.nhlstenden.com::bef3049b-f43c-48b3-bc26-fd35e168efb9" providerId="AD" clId="Web-{A4D183AE-66A7-649C-8A21-612A7BA97641}" dt="2025-11-06T11:45:20.038" v="43" actId="20577"/>
        <pc:sldMkLst>
          <pc:docMk/>
          <pc:sldMk cId="470115692" sldId="260"/>
        </pc:sldMkLst>
        <pc:spChg chg="mod">
          <ac:chgData name="Giovanni Berlijn" userId="S::giovanni.berlijn@student.nhlstenden.com::bef3049b-f43c-48b3-bc26-fd35e168efb9" providerId="AD" clId="Web-{A4D183AE-66A7-649C-8A21-612A7BA97641}" dt="2025-11-06T11:45:20.038" v="43" actId="20577"/>
          <ac:spMkLst>
            <pc:docMk/>
            <pc:sldMk cId="470115692" sldId="260"/>
            <ac:spMk id="2" creationId="{D047C62B-E00E-7A0E-7F41-8B12C3E80CF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A6B44-7DF9-4201-B009-5AA09DE9EBE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E24D1DD-350D-4F47-BBF4-61B0C98FCDD6}">
      <dgm:prSet/>
      <dgm:spPr/>
      <dgm:t>
        <a:bodyPr/>
        <a:lstStyle/>
        <a:p>
          <a:r>
            <a:rPr lang="nl-NL"/>
            <a:t>Introductie van Sunny Socks</a:t>
          </a:r>
          <a:endParaRPr lang="en-US"/>
        </a:p>
      </dgm:t>
    </dgm:pt>
    <dgm:pt modelId="{BD37F238-A86E-437A-86F2-85333EBB3692}" type="parTrans" cxnId="{86A6D626-FA1E-4DEA-919B-8A05214CBE30}">
      <dgm:prSet/>
      <dgm:spPr/>
      <dgm:t>
        <a:bodyPr/>
        <a:lstStyle/>
        <a:p>
          <a:endParaRPr lang="en-US"/>
        </a:p>
      </dgm:t>
    </dgm:pt>
    <dgm:pt modelId="{DB48F721-6FC2-4E7D-BA06-56495C0B6CC8}" type="sibTrans" cxnId="{86A6D626-FA1E-4DEA-919B-8A05214CBE30}">
      <dgm:prSet/>
      <dgm:spPr/>
      <dgm:t>
        <a:bodyPr/>
        <a:lstStyle/>
        <a:p>
          <a:endParaRPr lang="en-US"/>
        </a:p>
      </dgm:t>
    </dgm:pt>
    <dgm:pt modelId="{7A22CFDB-9EDC-44C1-87B9-F7A87911B871}">
      <dgm:prSet/>
      <dgm:spPr/>
      <dgm:t>
        <a:bodyPr/>
        <a:lstStyle/>
        <a:p>
          <a:r>
            <a:rPr lang="nl-NL"/>
            <a:t>Het doel van het project</a:t>
          </a:r>
          <a:endParaRPr lang="en-US"/>
        </a:p>
      </dgm:t>
    </dgm:pt>
    <dgm:pt modelId="{6CC8BA8B-7F1B-4685-A9EF-2B0119C81757}" type="parTrans" cxnId="{0D1252C2-FDAB-45F7-902C-0EFBF9A96D22}">
      <dgm:prSet/>
      <dgm:spPr/>
      <dgm:t>
        <a:bodyPr/>
        <a:lstStyle/>
        <a:p>
          <a:endParaRPr lang="en-US"/>
        </a:p>
      </dgm:t>
    </dgm:pt>
    <dgm:pt modelId="{E475726E-F5E8-4A94-A686-9C6033A37655}" type="sibTrans" cxnId="{0D1252C2-FDAB-45F7-902C-0EFBF9A96D22}">
      <dgm:prSet/>
      <dgm:spPr/>
      <dgm:t>
        <a:bodyPr/>
        <a:lstStyle/>
        <a:p>
          <a:endParaRPr lang="en-US"/>
        </a:p>
      </dgm:t>
    </dgm:pt>
    <dgm:pt modelId="{E9401B5F-CE72-4D1F-877F-AF7527EEBD7D}">
      <dgm:prSet/>
      <dgm:spPr/>
      <dgm:t>
        <a:bodyPr/>
        <a:lstStyle/>
        <a:p>
          <a:r>
            <a:rPr lang="nl-NL"/>
            <a:t>Demo van de website</a:t>
          </a:r>
          <a:endParaRPr lang="en-US"/>
        </a:p>
      </dgm:t>
    </dgm:pt>
    <dgm:pt modelId="{F22A4717-0A4A-4B1D-8E01-5B84F8E9AE62}" type="parTrans" cxnId="{54960799-A575-4974-89ED-D741CFF7A993}">
      <dgm:prSet/>
      <dgm:spPr/>
      <dgm:t>
        <a:bodyPr/>
        <a:lstStyle/>
        <a:p>
          <a:endParaRPr lang="en-US"/>
        </a:p>
      </dgm:t>
    </dgm:pt>
    <dgm:pt modelId="{38D14289-9BB1-4500-8BB7-69D4E0FB833B}" type="sibTrans" cxnId="{54960799-A575-4974-89ED-D741CFF7A993}">
      <dgm:prSet/>
      <dgm:spPr/>
      <dgm:t>
        <a:bodyPr/>
        <a:lstStyle/>
        <a:p>
          <a:endParaRPr lang="en-US"/>
        </a:p>
      </dgm:t>
    </dgm:pt>
    <dgm:pt modelId="{26B9720B-DC60-4B4D-9026-710E4BF17E28}">
      <dgm:prSet/>
      <dgm:spPr/>
      <dgm:t>
        <a:bodyPr/>
        <a:lstStyle/>
        <a:p>
          <a:r>
            <a:rPr lang="nl-NL" dirty="0"/>
            <a:t>Vragen?</a:t>
          </a:r>
          <a:endParaRPr lang="en-US" dirty="0"/>
        </a:p>
      </dgm:t>
    </dgm:pt>
    <dgm:pt modelId="{FE999CE2-A656-404C-BA88-6CED49E9F0CA}" type="parTrans" cxnId="{4EB253F3-F340-4A22-B923-63B5B685C026}">
      <dgm:prSet/>
      <dgm:spPr/>
      <dgm:t>
        <a:bodyPr/>
        <a:lstStyle/>
        <a:p>
          <a:endParaRPr lang="en-US"/>
        </a:p>
      </dgm:t>
    </dgm:pt>
    <dgm:pt modelId="{CB3B4040-1FF2-422E-B281-99470EB430AF}" type="sibTrans" cxnId="{4EB253F3-F340-4A22-B923-63B5B685C026}">
      <dgm:prSet/>
      <dgm:spPr/>
      <dgm:t>
        <a:bodyPr/>
        <a:lstStyle/>
        <a:p>
          <a:endParaRPr lang="en-US"/>
        </a:p>
      </dgm:t>
    </dgm:pt>
    <dgm:pt modelId="{317F5268-C62E-4EEA-A3E2-A01F10C9CDAD}" type="pres">
      <dgm:prSet presAssocID="{34FA6B44-7DF9-4201-B009-5AA09DE9EBE3}" presName="linear" presStyleCnt="0">
        <dgm:presLayoutVars>
          <dgm:dir/>
          <dgm:animLvl val="lvl"/>
          <dgm:resizeHandles val="exact"/>
        </dgm:presLayoutVars>
      </dgm:prSet>
      <dgm:spPr/>
    </dgm:pt>
    <dgm:pt modelId="{6CC1D1B3-B761-449E-8418-2CC5AC204387}" type="pres">
      <dgm:prSet presAssocID="{2E24D1DD-350D-4F47-BBF4-61B0C98FCDD6}" presName="parentLin" presStyleCnt="0"/>
      <dgm:spPr/>
    </dgm:pt>
    <dgm:pt modelId="{AD15A38E-5E8B-4B22-9FAF-2DC03639B8E3}" type="pres">
      <dgm:prSet presAssocID="{2E24D1DD-350D-4F47-BBF4-61B0C98FCDD6}" presName="parentLeftMargin" presStyleLbl="node1" presStyleIdx="0" presStyleCnt="4"/>
      <dgm:spPr/>
    </dgm:pt>
    <dgm:pt modelId="{19D0AC01-FE59-4137-A015-E0054D7910C9}" type="pres">
      <dgm:prSet presAssocID="{2E24D1DD-350D-4F47-BBF4-61B0C98FCD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A94F98D-7CB7-41CE-8817-8887679F1DF6}" type="pres">
      <dgm:prSet presAssocID="{2E24D1DD-350D-4F47-BBF4-61B0C98FCDD6}" presName="negativeSpace" presStyleCnt="0"/>
      <dgm:spPr/>
    </dgm:pt>
    <dgm:pt modelId="{61DF8C23-2099-4A7E-A52C-B1AD5A5C5969}" type="pres">
      <dgm:prSet presAssocID="{2E24D1DD-350D-4F47-BBF4-61B0C98FCDD6}" presName="childText" presStyleLbl="conFgAcc1" presStyleIdx="0" presStyleCnt="4">
        <dgm:presLayoutVars>
          <dgm:bulletEnabled val="1"/>
        </dgm:presLayoutVars>
      </dgm:prSet>
      <dgm:spPr/>
    </dgm:pt>
    <dgm:pt modelId="{E538D288-91EC-493E-B5A7-E1BF3E141962}" type="pres">
      <dgm:prSet presAssocID="{DB48F721-6FC2-4E7D-BA06-56495C0B6CC8}" presName="spaceBetweenRectangles" presStyleCnt="0"/>
      <dgm:spPr/>
    </dgm:pt>
    <dgm:pt modelId="{555A071B-61BD-4A5F-AFBD-88FB77FC13AA}" type="pres">
      <dgm:prSet presAssocID="{7A22CFDB-9EDC-44C1-87B9-F7A87911B871}" presName="parentLin" presStyleCnt="0"/>
      <dgm:spPr/>
    </dgm:pt>
    <dgm:pt modelId="{1C43BED2-4C08-43C9-AA25-FAFA42FCFF52}" type="pres">
      <dgm:prSet presAssocID="{7A22CFDB-9EDC-44C1-87B9-F7A87911B871}" presName="parentLeftMargin" presStyleLbl="node1" presStyleIdx="0" presStyleCnt="4"/>
      <dgm:spPr/>
    </dgm:pt>
    <dgm:pt modelId="{5C3D8CE9-1AAE-4E77-98EA-88D7A6C67659}" type="pres">
      <dgm:prSet presAssocID="{7A22CFDB-9EDC-44C1-87B9-F7A87911B8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FAC93C-3545-4A0B-87EC-4881E645A4A1}" type="pres">
      <dgm:prSet presAssocID="{7A22CFDB-9EDC-44C1-87B9-F7A87911B871}" presName="negativeSpace" presStyleCnt="0"/>
      <dgm:spPr/>
    </dgm:pt>
    <dgm:pt modelId="{C7621ECA-9887-4759-8A3F-741077C76003}" type="pres">
      <dgm:prSet presAssocID="{7A22CFDB-9EDC-44C1-87B9-F7A87911B871}" presName="childText" presStyleLbl="conFgAcc1" presStyleIdx="1" presStyleCnt="4">
        <dgm:presLayoutVars>
          <dgm:bulletEnabled val="1"/>
        </dgm:presLayoutVars>
      </dgm:prSet>
      <dgm:spPr/>
    </dgm:pt>
    <dgm:pt modelId="{837D243D-F42A-4EEC-8729-EEE6ED30931F}" type="pres">
      <dgm:prSet presAssocID="{E475726E-F5E8-4A94-A686-9C6033A37655}" presName="spaceBetweenRectangles" presStyleCnt="0"/>
      <dgm:spPr/>
    </dgm:pt>
    <dgm:pt modelId="{1060B7B7-3BB6-4502-AFE8-44ADEEA5E7B7}" type="pres">
      <dgm:prSet presAssocID="{E9401B5F-CE72-4D1F-877F-AF7527EEBD7D}" presName="parentLin" presStyleCnt="0"/>
      <dgm:spPr/>
    </dgm:pt>
    <dgm:pt modelId="{DEE49FF3-AEDE-4D7B-89AC-F6E1ACB164E2}" type="pres">
      <dgm:prSet presAssocID="{E9401B5F-CE72-4D1F-877F-AF7527EEBD7D}" presName="parentLeftMargin" presStyleLbl="node1" presStyleIdx="1" presStyleCnt="4"/>
      <dgm:spPr/>
    </dgm:pt>
    <dgm:pt modelId="{D2B2EDD6-0D56-41C1-86AA-E1F0FFECF601}" type="pres">
      <dgm:prSet presAssocID="{E9401B5F-CE72-4D1F-877F-AF7527EEBD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29DC9DE-D929-4F2B-9064-B6223099F4F4}" type="pres">
      <dgm:prSet presAssocID="{E9401B5F-CE72-4D1F-877F-AF7527EEBD7D}" presName="negativeSpace" presStyleCnt="0"/>
      <dgm:spPr/>
    </dgm:pt>
    <dgm:pt modelId="{1FE7E002-0A6E-4087-870D-E1A10624C4F8}" type="pres">
      <dgm:prSet presAssocID="{E9401B5F-CE72-4D1F-877F-AF7527EEBD7D}" presName="childText" presStyleLbl="conFgAcc1" presStyleIdx="2" presStyleCnt="4">
        <dgm:presLayoutVars>
          <dgm:bulletEnabled val="1"/>
        </dgm:presLayoutVars>
      </dgm:prSet>
      <dgm:spPr/>
    </dgm:pt>
    <dgm:pt modelId="{B78A1320-C43E-4D11-9A0B-1043D6CABF5A}" type="pres">
      <dgm:prSet presAssocID="{38D14289-9BB1-4500-8BB7-69D4E0FB833B}" presName="spaceBetweenRectangles" presStyleCnt="0"/>
      <dgm:spPr/>
    </dgm:pt>
    <dgm:pt modelId="{C4ABA5DF-DB1E-4E7E-A0DC-11EA8133A3FA}" type="pres">
      <dgm:prSet presAssocID="{26B9720B-DC60-4B4D-9026-710E4BF17E28}" presName="parentLin" presStyleCnt="0"/>
      <dgm:spPr/>
    </dgm:pt>
    <dgm:pt modelId="{B5E9245C-1565-4B57-B45D-76989DFF5602}" type="pres">
      <dgm:prSet presAssocID="{26B9720B-DC60-4B4D-9026-710E4BF17E28}" presName="parentLeftMargin" presStyleLbl="node1" presStyleIdx="2" presStyleCnt="4"/>
      <dgm:spPr/>
    </dgm:pt>
    <dgm:pt modelId="{71BDB0F3-EB95-41C2-B452-5A8015A14BA1}" type="pres">
      <dgm:prSet presAssocID="{26B9720B-DC60-4B4D-9026-710E4BF17E2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C843B5E-9FA6-44BD-8601-3D52F57ABF29}" type="pres">
      <dgm:prSet presAssocID="{26B9720B-DC60-4B4D-9026-710E4BF17E28}" presName="negativeSpace" presStyleCnt="0"/>
      <dgm:spPr/>
    </dgm:pt>
    <dgm:pt modelId="{275DAA82-FC08-4D42-9127-B61D6FB90087}" type="pres">
      <dgm:prSet presAssocID="{26B9720B-DC60-4B4D-9026-710E4BF17E2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CC09D15-CDA8-40D7-9446-8C9EAFEABEAD}" type="presOf" srcId="{34FA6B44-7DF9-4201-B009-5AA09DE9EBE3}" destId="{317F5268-C62E-4EEA-A3E2-A01F10C9CDAD}" srcOrd="0" destOrd="0" presId="urn:microsoft.com/office/officeart/2005/8/layout/list1"/>
    <dgm:cxn modelId="{86A6D626-FA1E-4DEA-919B-8A05214CBE30}" srcId="{34FA6B44-7DF9-4201-B009-5AA09DE9EBE3}" destId="{2E24D1DD-350D-4F47-BBF4-61B0C98FCDD6}" srcOrd="0" destOrd="0" parTransId="{BD37F238-A86E-437A-86F2-85333EBB3692}" sibTransId="{DB48F721-6FC2-4E7D-BA06-56495C0B6CC8}"/>
    <dgm:cxn modelId="{04042227-FAF8-40E2-A746-D7D8DFCCFEED}" type="presOf" srcId="{26B9720B-DC60-4B4D-9026-710E4BF17E28}" destId="{71BDB0F3-EB95-41C2-B452-5A8015A14BA1}" srcOrd="1" destOrd="0" presId="urn:microsoft.com/office/officeart/2005/8/layout/list1"/>
    <dgm:cxn modelId="{8EDC7D40-1C67-4738-95F6-EEC9B340DB83}" type="presOf" srcId="{E9401B5F-CE72-4D1F-877F-AF7527EEBD7D}" destId="{DEE49FF3-AEDE-4D7B-89AC-F6E1ACB164E2}" srcOrd="0" destOrd="0" presId="urn:microsoft.com/office/officeart/2005/8/layout/list1"/>
    <dgm:cxn modelId="{09751D62-82F8-4A82-863D-CA95AB9D97AE}" type="presOf" srcId="{2E24D1DD-350D-4F47-BBF4-61B0C98FCDD6}" destId="{AD15A38E-5E8B-4B22-9FAF-2DC03639B8E3}" srcOrd="0" destOrd="0" presId="urn:microsoft.com/office/officeart/2005/8/layout/list1"/>
    <dgm:cxn modelId="{08EBF371-DEAC-4BAF-BF4F-FB7668D3D257}" type="presOf" srcId="{7A22CFDB-9EDC-44C1-87B9-F7A87911B871}" destId="{5C3D8CE9-1AAE-4E77-98EA-88D7A6C67659}" srcOrd="1" destOrd="0" presId="urn:microsoft.com/office/officeart/2005/8/layout/list1"/>
    <dgm:cxn modelId="{A46DAC58-1E55-4B6F-9041-69C3A98399C5}" type="presOf" srcId="{2E24D1DD-350D-4F47-BBF4-61B0C98FCDD6}" destId="{19D0AC01-FE59-4137-A015-E0054D7910C9}" srcOrd="1" destOrd="0" presId="urn:microsoft.com/office/officeart/2005/8/layout/list1"/>
    <dgm:cxn modelId="{54960799-A575-4974-89ED-D741CFF7A993}" srcId="{34FA6B44-7DF9-4201-B009-5AA09DE9EBE3}" destId="{E9401B5F-CE72-4D1F-877F-AF7527EEBD7D}" srcOrd="2" destOrd="0" parTransId="{F22A4717-0A4A-4B1D-8E01-5B84F8E9AE62}" sibTransId="{38D14289-9BB1-4500-8BB7-69D4E0FB833B}"/>
    <dgm:cxn modelId="{757146A7-D096-4CD8-8A84-C28705E950A5}" type="presOf" srcId="{7A22CFDB-9EDC-44C1-87B9-F7A87911B871}" destId="{1C43BED2-4C08-43C9-AA25-FAFA42FCFF52}" srcOrd="0" destOrd="0" presId="urn:microsoft.com/office/officeart/2005/8/layout/list1"/>
    <dgm:cxn modelId="{0D1252C2-FDAB-45F7-902C-0EFBF9A96D22}" srcId="{34FA6B44-7DF9-4201-B009-5AA09DE9EBE3}" destId="{7A22CFDB-9EDC-44C1-87B9-F7A87911B871}" srcOrd="1" destOrd="0" parTransId="{6CC8BA8B-7F1B-4685-A9EF-2B0119C81757}" sibTransId="{E475726E-F5E8-4A94-A686-9C6033A37655}"/>
    <dgm:cxn modelId="{A9D4C5C2-D634-42A2-82B7-7F21A1D875B0}" type="presOf" srcId="{E9401B5F-CE72-4D1F-877F-AF7527EEBD7D}" destId="{D2B2EDD6-0D56-41C1-86AA-E1F0FFECF601}" srcOrd="1" destOrd="0" presId="urn:microsoft.com/office/officeart/2005/8/layout/list1"/>
    <dgm:cxn modelId="{E74DCBDA-4635-4F73-8F42-18AF33943C09}" type="presOf" srcId="{26B9720B-DC60-4B4D-9026-710E4BF17E28}" destId="{B5E9245C-1565-4B57-B45D-76989DFF5602}" srcOrd="0" destOrd="0" presId="urn:microsoft.com/office/officeart/2005/8/layout/list1"/>
    <dgm:cxn modelId="{4EB253F3-F340-4A22-B923-63B5B685C026}" srcId="{34FA6B44-7DF9-4201-B009-5AA09DE9EBE3}" destId="{26B9720B-DC60-4B4D-9026-710E4BF17E28}" srcOrd="3" destOrd="0" parTransId="{FE999CE2-A656-404C-BA88-6CED49E9F0CA}" sibTransId="{CB3B4040-1FF2-422E-B281-99470EB430AF}"/>
    <dgm:cxn modelId="{5CFF15FC-26B7-4B0A-813F-1817F2261E39}" type="presParOf" srcId="{317F5268-C62E-4EEA-A3E2-A01F10C9CDAD}" destId="{6CC1D1B3-B761-449E-8418-2CC5AC204387}" srcOrd="0" destOrd="0" presId="urn:microsoft.com/office/officeart/2005/8/layout/list1"/>
    <dgm:cxn modelId="{3DA5DD4B-7DFF-425F-8AB5-6E5A040A0357}" type="presParOf" srcId="{6CC1D1B3-B761-449E-8418-2CC5AC204387}" destId="{AD15A38E-5E8B-4B22-9FAF-2DC03639B8E3}" srcOrd="0" destOrd="0" presId="urn:microsoft.com/office/officeart/2005/8/layout/list1"/>
    <dgm:cxn modelId="{C5196286-4E40-4EF1-B076-8A12960E89C9}" type="presParOf" srcId="{6CC1D1B3-B761-449E-8418-2CC5AC204387}" destId="{19D0AC01-FE59-4137-A015-E0054D7910C9}" srcOrd="1" destOrd="0" presId="urn:microsoft.com/office/officeart/2005/8/layout/list1"/>
    <dgm:cxn modelId="{25DBBB58-25CF-42B6-AE0A-908A2BC96602}" type="presParOf" srcId="{317F5268-C62E-4EEA-A3E2-A01F10C9CDAD}" destId="{0A94F98D-7CB7-41CE-8817-8887679F1DF6}" srcOrd="1" destOrd="0" presId="urn:microsoft.com/office/officeart/2005/8/layout/list1"/>
    <dgm:cxn modelId="{39E5D970-1B81-4FCA-B457-91C94FD34E50}" type="presParOf" srcId="{317F5268-C62E-4EEA-A3E2-A01F10C9CDAD}" destId="{61DF8C23-2099-4A7E-A52C-B1AD5A5C5969}" srcOrd="2" destOrd="0" presId="urn:microsoft.com/office/officeart/2005/8/layout/list1"/>
    <dgm:cxn modelId="{2818BD04-0F6E-4F2B-B019-26DFEF30FF00}" type="presParOf" srcId="{317F5268-C62E-4EEA-A3E2-A01F10C9CDAD}" destId="{E538D288-91EC-493E-B5A7-E1BF3E141962}" srcOrd="3" destOrd="0" presId="urn:microsoft.com/office/officeart/2005/8/layout/list1"/>
    <dgm:cxn modelId="{2CACADEF-400D-41E8-8506-991153EF297E}" type="presParOf" srcId="{317F5268-C62E-4EEA-A3E2-A01F10C9CDAD}" destId="{555A071B-61BD-4A5F-AFBD-88FB77FC13AA}" srcOrd="4" destOrd="0" presId="urn:microsoft.com/office/officeart/2005/8/layout/list1"/>
    <dgm:cxn modelId="{91BF96E0-D603-4A38-BD45-7A0FD35B15FB}" type="presParOf" srcId="{555A071B-61BD-4A5F-AFBD-88FB77FC13AA}" destId="{1C43BED2-4C08-43C9-AA25-FAFA42FCFF52}" srcOrd="0" destOrd="0" presId="urn:microsoft.com/office/officeart/2005/8/layout/list1"/>
    <dgm:cxn modelId="{415B6903-EBE3-49BB-9BC4-6AFB5769EA6D}" type="presParOf" srcId="{555A071B-61BD-4A5F-AFBD-88FB77FC13AA}" destId="{5C3D8CE9-1AAE-4E77-98EA-88D7A6C67659}" srcOrd="1" destOrd="0" presId="urn:microsoft.com/office/officeart/2005/8/layout/list1"/>
    <dgm:cxn modelId="{3F2C00E6-E836-424E-936C-C9DB7319B3A7}" type="presParOf" srcId="{317F5268-C62E-4EEA-A3E2-A01F10C9CDAD}" destId="{7CFAC93C-3545-4A0B-87EC-4881E645A4A1}" srcOrd="5" destOrd="0" presId="urn:microsoft.com/office/officeart/2005/8/layout/list1"/>
    <dgm:cxn modelId="{6E111C7D-D74A-4EC6-A1BD-D7EE786237D8}" type="presParOf" srcId="{317F5268-C62E-4EEA-A3E2-A01F10C9CDAD}" destId="{C7621ECA-9887-4759-8A3F-741077C76003}" srcOrd="6" destOrd="0" presId="urn:microsoft.com/office/officeart/2005/8/layout/list1"/>
    <dgm:cxn modelId="{3A5E46C0-3D10-4654-A446-C4A122E35643}" type="presParOf" srcId="{317F5268-C62E-4EEA-A3E2-A01F10C9CDAD}" destId="{837D243D-F42A-4EEC-8729-EEE6ED30931F}" srcOrd="7" destOrd="0" presId="urn:microsoft.com/office/officeart/2005/8/layout/list1"/>
    <dgm:cxn modelId="{E775C3E6-F8C0-4C0C-9A57-558752AC56E3}" type="presParOf" srcId="{317F5268-C62E-4EEA-A3E2-A01F10C9CDAD}" destId="{1060B7B7-3BB6-4502-AFE8-44ADEEA5E7B7}" srcOrd="8" destOrd="0" presId="urn:microsoft.com/office/officeart/2005/8/layout/list1"/>
    <dgm:cxn modelId="{7E6038E7-DA2C-4955-8104-0C2AEBF61EBA}" type="presParOf" srcId="{1060B7B7-3BB6-4502-AFE8-44ADEEA5E7B7}" destId="{DEE49FF3-AEDE-4D7B-89AC-F6E1ACB164E2}" srcOrd="0" destOrd="0" presId="urn:microsoft.com/office/officeart/2005/8/layout/list1"/>
    <dgm:cxn modelId="{B058CCB6-A404-4194-AD5A-BCC46E2A0A69}" type="presParOf" srcId="{1060B7B7-3BB6-4502-AFE8-44ADEEA5E7B7}" destId="{D2B2EDD6-0D56-41C1-86AA-E1F0FFECF601}" srcOrd="1" destOrd="0" presId="urn:microsoft.com/office/officeart/2005/8/layout/list1"/>
    <dgm:cxn modelId="{80D612BB-8847-48CC-9C28-7BA1DF84ACE2}" type="presParOf" srcId="{317F5268-C62E-4EEA-A3E2-A01F10C9CDAD}" destId="{D29DC9DE-D929-4F2B-9064-B6223099F4F4}" srcOrd="9" destOrd="0" presId="urn:microsoft.com/office/officeart/2005/8/layout/list1"/>
    <dgm:cxn modelId="{98759DDF-B072-421C-8079-B057D4DC65C6}" type="presParOf" srcId="{317F5268-C62E-4EEA-A3E2-A01F10C9CDAD}" destId="{1FE7E002-0A6E-4087-870D-E1A10624C4F8}" srcOrd="10" destOrd="0" presId="urn:microsoft.com/office/officeart/2005/8/layout/list1"/>
    <dgm:cxn modelId="{611EF68B-9890-46E8-90C2-5CA77BA8A6C8}" type="presParOf" srcId="{317F5268-C62E-4EEA-A3E2-A01F10C9CDAD}" destId="{B78A1320-C43E-4D11-9A0B-1043D6CABF5A}" srcOrd="11" destOrd="0" presId="urn:microsoft.com/office/officeart/2005/8/layout/list1"/>
    <dgm:cxn modelId="{EDC8B95B-7C42-47F3-B135-75FCE4B102ED}" type="presParOf" srcId="{317F5268-C62E-4EEA-A3E2-A01F10C9CDAD}" destId="{C4ABA5DF-DB1E-4E7E-A0DC-11EA8133A3FA}" srcOrd="12" destOrd="0" presId="urn:microsoft.com/office/officeart/2005/8/layout/list1"/>
    <dgm:cxn modelId="{078DEA17-7CFE-4174-970F-1D4E38A1948B}" type="presParOf" srcId="{C4ABA5DF-DB1E-4E7E-A0DC-11EA8133A3FA}" destId="{B5E9245C-1565-4B57-B45D-76989DFF5602}" srcOrd="0" destOrd="0" presId="urn:microsoft.com/office/officeart/2005/8/layout/list1"/>
    <dgm:cxn modelId="{6F61DBAD-837D-4FF8-9387-8E94351F97B7}" type="presParOf" srcId="{C4ABA5DF-DB1E-4E7E-A0DC-11EA8133A3FA}" destId="{71BDB0F3-EB95-41C2-B452-5A8015A14BA1}" srcOrd="1" destOrd="0" presId="urn:microsoft.com/office/officeart/2005/8/layout/list1"/>
    <dgm:cxn modelId="{8E23000B-8E30-45FC-A4AE-F3CF72DB2678}" type="presParOf" srcId="{317F5268-C62E-4EEA-A3E2-A01F10C9CDAD}" destId="{FC843B5E-9FA6-44BD-8601-3D52F57ABF29}" srcOrd="13" destOrd="0" presId="urn:microsoft.com/office/officeart/2005/8/layout/list1"/>
    <dgm:cxn modelId="{9D83E4FE-D425-4AA1-9AEC-DD65405B90B4}" type="presParOf" srcId="{317F5268-C62E-4EEA-A3E2-A01F10C9CDAD}" destId="{275DAA82-FC08-4D42-9127-B61D6FB9008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95EAD3-6630-4DAA-BB60-C88327D3BA7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982CD7-8E40-4781-BBDF-3782B99CC0D9}">
      <dgm:prSet/>
      <dgm:spPr/>
      <dgm:t>
        <a:bodyPr/>
        <a:lstStyle/>
        <a:p>
          <a:r>
            <a:rPr lang="nl-NL"/>
            <a:t>Meer dan een sokkenmerk: </a:t>
          </a:r>
          <a:r>
            <a:rPr lang="nl-NL" b="1"/>
            <a:t>positiviteit, kleur en eerlijkheid.</a:t>
          </a:r>
          <a:endParaRPr lang="en-US"/>
        </a:p>
      </dgm:t>
    </dgm:pt>
    <dgm:pt modelId="{AF139790-0F5E-42C0-9D10-112719990B36}" type="parTrans" cxnId="{10311D67-FCC6-41AC-92AF-1B6A514A4456}">
      <dgm:prSet/>
      <dgm:spPr/>
      <dgm:t>
        <a:bodyPr/>
        <a:lstStyle/>
        <a:p>
          <a:endParaRPr lang="en-US"/>
        </a:p>
      </dgm:t>
    </dgm:pt>
    <dgm:pt modelId="{A84865E7-4C78-466F-9007-C2AC595B9936}" type="sibTrans" cxnId="{10311D67-FCC6-41AC-92AF-1B6A514A4456}">
      <dgm:prSet/>
      <dgm:spPr/>
      <dgm:t>
        <a:bodyPr/>
        <a:lstStyle/>
        <a:p>
          <a:endParaRPr lang="en-US"/>
        </a:p>
      </dgm:t>
    </dgm:pt>
    <dgm:pt modelId="{F5AE9A19-780E-4D17-A917-0C6E56AC58AD}">
      <dgm:prSet/>
      <dgm:spPr/>
      <dgm:t>
        <a:bodyPr/>
        <a:lstStyle/>
        <a:p>
          <a:r>
            <a:rPr lang="nl-NL"/>
            <a:t>Doel: een </a:t>
          </a:r>
          <a:r>
            <a:rPr lang="nl-NL" b="1"/>
            <a:t>visueel sterke website</a:t>
          </a:r>
          <a:r>
            <a:rPr lang="nl-NL"/>
            <a:t> die ons </a:t>
          </a:r>
          <a:r>
            <a:rPr lang="nl-NL" b="1"/>
            <a:t>verhaal en missie</a:t>
          </a:r>
          <a:r>
            <a:rPr lang="nl-NL"/>
            <a:t> vertelt.</a:t>
          </a:r>
          <a:endParaRPr lang="en-US"/>
        </a:p>
      </dgm:t>
    </dgm:pt>
    <dgm:pt modelId="{2C463B28-E9BD-408A-A3BE-B3DEA2455D4E}" type="parTrans" cxnId="{8E9A4410-D074-46FB-8D04-6D5E5AD0C2A7}">
      <dgm:prSet/>
      <dgm:spPr/>
      <dgm:t>
        <a:bodyPr/>
        <a:lstStyle/>
        <a:p>
          <a:endParaRPr lang="en-US"/>
        </a:p>
      </dgm:t>
    </dgm:pt>
    <dgm:pt modelId="{09CC8986-3FD1-44F6-969E-8768955910EA}" type="sibTrans" cxnId="{8E9A4410-D074-46FB-8D04-6D5E5AD0C2A7}">
      <dgm:prSet/>
      <dgm:spPr/>
      <dgm:t>
        <a:bodyPr/>
        <a:lstStyle/>
        <a:p>
          <a:endParaRPr lang="en-US"/>
        </a:p>
      </dgm:t>
    </dgm:pt>
    <dgm:pt modelId="{44EB2F6E-73FF-4C12-AAD8-243127DD938A}">
      <dgm:prSet/>
      <dgm:spPr/>
      <dgm:t>
        <a:bodyPr/>
        <a:lstStyle/>
        <a:p>
          <a:r>
            <a:rPr lang="nl-NL"/>
            <a:t>Richt zich op een </a:t>
          </a:r>
          <a:r>
            <a:rPr lang="nl-NL" b="1"/>
            <a:t>jonge, bewuste doelgroep.</a:t>
          </a:r>
          <a:endParaRPr lang="en-US"/>
        </a:p>
      </dgm:t>
    </dgm:pt>
    <dgm:pt modelId="{94B80CFA-4C98-49E4-93A7-E085B2F5A99A}" type="parTrans" cxnId="{3C4D6C56-C507-48D1-AAD4-C094015F46F9}">
      <dgm:prSet/>
      <dgm:spPr/>
      <dgm:t>
        <a:bodyPr/>
        <a:lstStyle/>
        <a:p>
          <a:endParaRPr lang="en-US"/>
        </a:p>
      </dgm:t>
    </dgm:pt>
    <dgm:pt modelId="{C3614F1E-5FE7-4792-9F72-3DAF0AFC0F21}" type="sibTrans" cxnId="{3C4D6C56-C507-48D1-AAD4-C094015F46F9}">
      <dgm:prSet/>
      <dgm:spPr/>
      <dgm:t>
        <a:bodyPr/>
        <a:lstStyle/>
        <a:p>
          <a:endParaRPr lang="en-US"/>
        </a:p>
      </dgm:t>
    </dgm:pt>
    <dgm:pt modelId="{799134AD-951F-4C31-A763-CB37F14926BB}">
      <dgm:prSet/>
      <dgm:spPr/>
      <dgm:t>
        <a:bodyPr/>
        <a:lstStyle/>
        <a:p>
          <a:r>
            <a:rPr lang="nl-NL"/>
            <a:t>Gebouwd met </a:t>
          </a:r>
          <a:r>
            <a:rPr lang="nl-NL" b="1"/>
            <a:t>HTML, CSS, PHP </a:t>
          </a:r>
          <a:r>
            <a:rPr lang="nl-NL"/>
            <a:t>en </a:t>
          </a:r>
          <a:r>
            <a:rPr lang="nl-NL" b="1"/>
            <a:t>Javascript.</a:t>
          </a:r>
          <a:endParaRPr lang="en-US"/>
        </a:p>
      </dgm:t>
    </dgm:pt>
    <dgm:pt modelId="{24EBF7AE-5B38-4482-BC44-D44307522615}" type="parTrans" cxnId="{47DA608F-A411-414A-BDC2-D88B1DD701F2}">
      <dgm:prSet/>
      <dgm:spPr/>
      <dgm:t>
        <a:bodyPr/>
        <a:lstStyle/>
        <a:p>
          <a:endParaRPr lang="en-US"/>
        </a:p>
      </dgm:t>
    </dgm:pt>
    <dgm:pt modelId="{DBB581BC-2964-4F6C-9FDD-50C813AD354C}" type="sibTrans" cxnId="{47DA608F-A411-414A-BDC2-D88B1DD701F2}">
      <dgm:prSet/>
      <dgm:spPr/>
      <dgm:t>
        <a:bodyPr/>
        <a:lstStyle/>
        <a:p>
          <a:endParaRPr lang="en-US"/>
        </a:p>
      </dgm:t>
    </dgm:pt>
    <dgm:pt modelId="{84219493-CB84-414D-949F-319920D81818}" type="pres">
      <dgm:prSet presAssocID="{E095EAD3-6630-4DAA-BB60-C88327D3BA78}" presName="vert0" presStyleCnt="0">
        <dgm:presLayoutVars>
          <dgm:dir/>
          <dgm:animOne val="branch"/>
          <dgm:animLvl val="lvl"/>
        </dgm:presLayoutVars>
      </dgm:prSet>
      <dgm:spPr/>
    </dgm:pt>
    <dgm:pt modelId="{48FDC3DB-ED54-42E0-8BF5-7313CB827A6E}" type="pres">
      <dgm:prSet presAssocID="{3E982CD7-8E40-4781-BBDF-3782B99CC0D9}" presName="thickLine" presStyleLbl="alignNode1" presStyleIdx="0" presStyleCnt="4"/>
      <dgm:spPr/>
    </dgm:pt>
    <dgm:pt modelId="{90DFDCC0-0494-4832-B629-05EB4B82A6E2}" type="pres">
      <dgm:prSet presAssocID="{3E982CD7-8E40-4781-BBDF-3782B99CC0D9}" presName="horz1" presStyleCnt="0"/>
      <dgm:spPr/>
    </dgm:pt>
    <dgm:pt modelId="{24D08D1E-BF7F-4DEC-AD0C-28D26FD8E2BC}" type="pres">
      <dgm:prSet presAssocID="{3E982CD7-8E40-4781-BBDF-3782B99CC0D9}" presName="tx1" presStyleLbl="revTx" presStyleIdx="0" presStyleCnt="4"/>
      <dgm:spPr/>
    </dgm:pt>
    <dgm:pt modelId="{A1C3C00F-B5B7-4367-8CCF-70A05A3F238D}" type="pres">
      <dgm:prSet presAssocID="{3E982CD7-8E40-4781-BBDF-3782B99CC0D9}" presName="vert1" presStyleCnt="0"/>
      <dgm:spPr/>
    </dgm:pt>
    <dgm:pt modelId="{923FC212-440A-4457-B771-F363E1FDD9D8}" type="pres">
      <dgm:prSet presAssocID="{F5AE9A19-780E-4D17-A917-0C6E56AC58AD}" presName="thickLine" presStyleLbl="alignNode1" presStyleIdx="1" presStyleCnt="4"/>
      <dgm:spPr/>
    </dgm:pt>
    <dgm:pt modelId="{AB2C27DF-9E9A-41CB-8DEB-ED0D121FAEA5}" type="pres">
      <dgm:prSet presAssocID="{F5AE9A19-780E-4D17-A917-0C6E56AC58AD}" presName="horz1" presStyleCnt="0"/>
      <dgm:spPr/>
    </dgm:pt>
    <dgm:pt modelId="{CBFB0226-A400-4127-8275-4990DB4830E1}" type="pres">
      <dgm:prSet presAssocID="{F5AE9A19-780E-4D17-A917-0C6E56AC58AD}" presName="tx1" presStyleLbl="revTx" presStyleIdx="1" presStyleCnt="4"/>
      <dgm:spPr/>
    </dgm:pt>
    <dgm:pt modelId="{AA2CA63D-89F3-45E7-85C1-65A925CA62DF}" type="pres">
      <dgm:prSet presAssocID="{F5AE9A19-780E-4D17-A917-0C6E56AC58AD}" presName="vert1" presStyleCnt="0"/>
      <dgm:spPr/>
    </dgm:pt>
    <dgm:pt modelId="{0F7656E4-F2ED-4ABD-8606-9339ADEF187A}" type="pres">
      <dgm:prSet presAssocID="{44EB2F6E-73FF-4C12-AAD8-243127DD938A}" presName="thickLine" presStyleLbl="alignNode1" presStyleIdx="2" presStyleCnt="4"/>
      <dgm:spPr/>
    </dgm:pt>
    <dgm:pt modelId="{1CCF0466-E6C2-4175-AED2-358B29FA2443}" type="pres">
      <dgm:prSet presAssocID="{44EB2F6E-73FF-4C12-AAD8-243127DD938A}" presName="horz1" presStyleCnt="0"/>
      <dgm:spPr/>
    </dgm:pt>
    <dgm:pt modelId="{04129E9D-83A0-4E84-9D93-2D255871F8E2}" type="pres">
      <dgm:prSet presAssocID="{44EB2F6E-73FF-4C12-AAD8-243127DD938A}" presName="tx1" presStyleLbl="revTx" presStyleIdx="2" presStyleCnt="4"/>
      <dgm:spPr/>
    </dgm:pt>
    <dgm:pt modelId="{02E160C5-CA7F-4257-A4E9-371FEA7025B7}" type="pres">
      <dgm:prSet presAssocID="{44EB2F6E-73FF-4C12-AAD8-243127DD938A}" presName="vert1" presStyleCnt="0"/>
      <dgm:spPr/>
    </dgm:pt>
    <dgm:pt modelId="{69538727-01A7-4E37-B2A7-E181B9807BB4}" type="pres">
      <dgm:prSet presAssocID="{799134AD-951F-4C31-A763-CB37F14926BB}" presName="thickLine" presStyleLbl="alignNode1" presStyleIdx="3" presStyleCnt="4"/>
      <dgm:spPr/>
    </dgm:pt>
    <dgm:pt modelId="{23DC2E6E-B7EB-4E1D-8D6E-2D823BB5A7F8}" type="pres">
      <dgm:prSet presAssocID="{799134AD-951F-4C31-A763-CB37F14926BB}" presName="horz1" presStyleCnt="0"/>
      <dgm:spPr/>
    </dgm:pt>
    <dgm:pt modelId="{C57A3D5A-0393-49CC-9A26-429DA438582F}" type="pres">
      <dgm:prSet presAssocID="{799134AD-951F-4C31-A763-CB37F14926BB}" presName="tx1" presStyleLbl="revTx" presStyleIdx="3" presStyleCnt="4"/>
      <dgm:spPr/>
    </dgm:pt>
    <dgm:pt modelId="{C089B402-AB70-4778-95F8-16BBED8D604D}" type="pres">
      <dgm:prSet presAssocID="{799134AD-951F-4C31-A763-CB37F14926BB}" presName="vert1" presStyleCnt="0"/>
      <dgm:spPr/>
    </dgm:pt>
  </dgm:ptLst>
  <dgm:cxnLst>
    <dgm:cxn modelId="{7D852807-E5CB-4E50-BF01-C3425CD8E22F}" type="presOf" srcId="{E095EAD3-6630-4DAA-BB60-C88327D3BA78}" destId="{84219493-CB84-414D-949F-319920D81818}" srcOrd="0" destOrd="0" presId="urn:microsoft.com/office/officeart/2008/layout/LinedList"/>
    <dgm:cxn modelId="{8E9A4410-D074-46FB-8D04-6D5E5AD0C2A7}" srcId="{E095EAD3-6630-4DAA-BB60-C88327D3BA78}" destId="{F5AE9A19-780E-4D17-A917-0C6E56AC58AD}" srcOrd="1" destOrd="0" parTransId="{2C463B28-E9BD-408A-A3BE-B3DEA2455D4E}" sibTransId="{09CC8986-3FD1-44F6-969E-8768955910EA}"/>
    <dgm:cxn modelId="{10311D67-FCC6-41AC-92AF-1B6A514A4456}" srcId="{E095EAD3-6630-4DAA-BB60-C88327D3BA78}" destId="{3E982CD7-8E40-4781-BBDF-3782B99CC0D9}" srcOrd="0" destOrd="0" parTransId="{AF139790-0F5E-42C0-9D10-112719990B36}" sibTransId="{A84865E7-4C78-466F-9007-C2AC595B9936}"/>
    <dgm:cxn modelId="{899CCA4A-41AB-42E3-AEA5-08302564F131}" type="presOf" srcId="{44EB2F6E-73FF-4C12-AAD8-243127DD938A}" destId="{04129E9D-83A0-4E84-9D93-2D255871F8E2}" srcOrd="0" destOrd="0" presId="urn:microsoft.com/office/officeart/2008/layout/LinedList"/>
    <dgm:cxn modelId="{8686FD6A-C273-47F5-9DC1-3256118C1FE7}" type="presOf" srcId="{3E982CD7-8E40-4781-BBDF-3782B99CC0D9}" destId="{24D08D1E-BF7F-4DEC-AD0C-28D26FD8E2BC}" srcOrd="0" destOrd="0" presId="urn:microsoft.com/office/officeart/2008/layout/LinedList"/>
    <dgm:cxn modelId="{3C4D6C56-C507-48D1-AAD4-C094015F46F9}" srcId="{E095EAD3-6630-4DAA-BB60-C88327D3BA78}" destId="{44EB2F6E-73FF-4C12-AAD8-243127DD938A}" srcOrd="2" destOrd="0" parTransId="{94B80CFA-4C98-49E4-93A7-E085B2F5A99A}" sibTransId="{C3614F1E-5FE7-4792-9F72-3DAF0AFC0F21}"/>
    <dgm:cxn modelId="{47DA608F-A411-414A-BDC2-D88B1DD701F2}" srcId="{E095EAD3-6630-4DAA-BB60-C88327D3BA78}" destId="{799134AD-951F-4C31-A763-CB37F14926BB}" srcOrd="3" destOrd="0" parTransId="{24EBF7AE-5B38-4482-BC44-D44307522615}" sibTransId="{DBB581BC-2964-4F6C-9FDD-50C813AD354C}"/>
    <dgm:cxn modelId="{A72EAEC5-40D4-4021-A874-B4E72A47CB28}" type="presOf" srcId="{799134AD-951F-4C31-A763-CB37F14926BB}" destId="{C57A3D5A-0393-49CC-9A26-429DA438582F}" srcOrd="0" destOrd="0" presId="urn:microsoft.com/office/officeart/2008/layout/LinedList"/>
    <dgm:cxn modelId="{3D1D2BFA-AE86-4DE3-9150-A57F3D06F630}" type="presOf" srcId="{F5AE9A19-780E-4D17-A917-0C6E56AC58AD}" destId="{CBFB0226-A400-4127-8275-4990DB4830E1}" srcOrd="0" destOrd="0" presId="urn:microsoft.com/office/officeart/2008/layout/LinedList"/>
    <dgm:cxn modelId="{06E8B881-AED6-40FB-A92E-E7CA1D9B138D}" type="presParOf" srcId="{84219493-CB84-414D-949F-319920D81818}" destId="{48FDC3DB-ED54-42E0-8BF5-7313CB827A6E}" srcOrd="0" destOrd="0" presId="urn:microsoft.com/office/officeart/2008/layout/LinedList"/>
    <dgm:cxn modelId="{664F8D84-5936-41EF-9799-6DF6D04F61EA}" type="presParOf" srcId="{84219493-CB84-414D-949F-319920D81818}" destId="{90DFDCC0-0494-4832-B629-05EB4B82A6E2}" srcOrd="1" destOrd="0" presId="urn:microsoft.com/office/officeart/2008/layout/LinedList"/>
    <dgm:cxn modelId="{6E856BC9-0EC8-4D8D-B792-69807C8626AF}" type="presParOf" srcId="{90DFDCC0-0494-4832-B629-05EB4B82A6E2}" destId="{24D08D1E-BF7F-4DEC-AD0C-28D26FD8E2BC}" srcOrd="0" destOrd="0" presId="urn:microsoft.com/office/officeart/2008/layout/LinedList"/>
    <dgm:cxn modelId="{0212FB8A-D029-4CB9-966B-DA148CD217A6}" type="presParOf" srcId="{90DFDCC0-0494-4832-B629-05EB4B82A6E2}" destId="{A1C3C00F-B5B7-4367-8CCF-70A05A3F238D}" srcOrd="1" destOrd="0" presId="urn:microsoft.com/office/officeart/2008/layout/LinedList"/>
    <dgm:cxn modelId="{880BEEC0-199A-493A-8F29-1C6B0BA0446E}" type="presParOf" srcId="{84219493-CB84-414D-949F-319920D81818}" destId="{923FC212-440A-4457-B771-F363E1FDD9D8}" srcOrd="2" destOrd="0" presId="urn:microsoft.com/office/officeart/2008/layout/LinedList"/>
    <dgm:cxn modelId="{C5A3D48F-1DA5-41EF-94AD-66A72CAC3257}" type="presParOf" srcId="{84219493-CB84-414D-949F-319920D81818}" destId="{AB2C27DF-9E9A-41CB-8DEB-ED0D121FAEA5}" srcOrd="3" destOrd="0" presId="urn:microsoft.com/office/officeart/2008/layout/LinedList"/>
    <dgm:cxn modelId="{B3860CEB-9AEF-494F-BBA5-4C5F922BED04}" type="presParOf" srcId="{AB2C27DF-9E9A-41CB-8DEB-ED0D121FAEA5}" destId="{CBFB0226-A400-4127-8275-4990DB4830E1}" srcOrd="0" destOrd="0" presId="urn:microsoft.com/office/officeart/2008/layout/LinedList"/>
    <dgm:cxn modelId="{057D1947-FBD8-4771-994E-9F83AD43CAC2}" type="presParOf" srcId="{AB2C27DF-9E9A-41CB-8DEB-ED0D121FAEA5}" destId="{AA2CA63D-89F3-45E7-85C1-65A925CA62DF}" srcOrd="1" destOrd="0" presId="urn:microsoft.com/office/officeart/2008/layout/LinedList"/>
    <dgm:cxn modelId="{C8859DBA-B140-45E7-8251-7C7EA3D52A20}" type="presParOf" srcId="{84219493-CB84-414D-949F-319920D81818}" destId="{0F7656E4-F2ED-4ABD-8606-9339ADEF187A}" srcOrd="4" destOrd="0" presId="urn:microsoft.com/office/officeart/2008/layout/LinedList"/>
    <dgm:cxn modelId="{1ACEFAD0-20A9-49C5-9EA2-377D9EDEC106}" type="presParOf" srcId="{84219493-CB84-414D-949F-319920D81818}" destId="{1CCF0466-E6C2-4175-AED2-358B29FA2443}" srcOrd="5" destOrd="0" presId="urn:microsoft.com/office/officeart/2008/layout/LinedList"/>
    <dgm:cxn modelId="{DEDFD413-0621-4160-8681-D81906471C90}" type="presParOf" srcId="{1CCF0466-E6C2-4175-AED2-358B29FA2443}" destId="{04129E9D-83A0-4E84-9D93-2D255871F8E2}" srcOrd="0" destOrd="0" presId="urn:microsoft.com/office/officeart/2008/layout/LinedList"/>
    <dgm:cxn modelId="{83D30E4D-3F1F-4C1A-8EAF-D7EA6ABF2098}" type="presParOf" srcId="{1CCF0466-E6C2-4175-AED2-358B29FA2443}" destId="{02E160C5-CA7F-4257-A4E9-371FEA7025B7}" srcOrd="1" destOrd="0" presId="urn:microsoft.com/office/officeart/2008/layout/LinedList"/>
    <dgm:cxn modelId="{9F24CC8A-1F39-438F-B47E-F71AED86D2CB}" type="presParOf" srcId="{84219493-CB84-414D-949F-319920D81818}" destId="{69538727-01A7-4E37-B2A7-E181B9807BB4}" srcOrd="6" destOrd="0" presId="urn:microsoft.com/office/officeart/2008/layout/LinedList"/>
    <dgm:cxn modelId="{73EAB01E-05A6-4CE2-8F76-4845E8B7E6EE}" type="presParOf" srcId="{84219493-CB84-414D-949F-319920D81818}" destId="{23DC2E6E-B7EB-4E1D-8D6E-2D823BB5A7F8}" srcOrd="7" destOrd="0" presId="urn:microsoft.com/office/officeart/2008/layout/LinedList"/>
    <dgm:cxn modelId="{CE7ED88D-4EF8-4D7F-8C73-400AFC891895}" type="presParOf" srcId="{23DC2E6E-B7EB-4E1D-8D6E-2D823BB5A7F8}" destId="{C57A3D5A-0393-49CC-9A26-429DA438582F}" srcOrd="0" destOrd="0" presId="urn:microsoft.com/office/officeart/2008/layout/LinedList"/>
    <dgm:cxn modelId="{B0E17BEC-1A29-4BB3-A5DE-117675101A2C}" type="presParOf" srcId="{23DC2E6E-B7EB-4E1D-8D6E-2D823BB5A7F8}" destId="{C089B402-AB70-4778-95F8-16BBED8D604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F8C23-2099-4A7E-A52C-B1AD5A5C5969}">
      <dsp:nvSpPr>
        <dsp:cNvPr id="0" name=""/>
        <dsp:cNvSpPr/>
      </dsp:nvSpPr>
      <dsp:spPr>
        <a:xfrm>
          <a:off x="0" y="683099"/>
          <a:ext cx="614476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0AC01-FE59-4137-A015-E0054D7910C9}">
      <dsp:nvSpPr>
        <dsp:cNvPr id="0" name=""/>
        <dsp:cNvSpPr/>
      </dsp:nvSpPr>
      <dsp:spPr>
        <a:xfrm>
          <a:off x="307238" y="314099"/>
          <a:ext cx="4301337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Introductie van Sunny Socks</a:t>
          </a:r>
          <a:endParaRPr lang="en-US" sz="2500" kern="1200"/>
        </a:p>
      </dsp:txBody>
      <dsp:txXfrm>
        <a:off x="343264" y="350125"/>
        <a:ext cx="4229285" cy="665948"/>
      </dsp:txXfrm>
    </dsp:sp>
    <dsp:sp modelId="{C7621ECA-9887-4759-8A3F-741077C76003}">
      <dsp:nvSpPr>
        <dsp:cNvPr id="0" name=""/>
        <dsp:cNvSpPr/>
      </dsp:nvSpPr>
      <dsp:spPr>
        <a:xfrm>
          <a:off x="0" y="1817099"/>
          <a:ext cx="614476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D8CE9-1AAE-4E77-98EA-88D7A6C67659}">
      <dsp:nvSpPr>
        <dsp:cNvPr id="0" name=""/>
        <dsp:cNvSpPr/>
      </dsp:nvSpPr>
      <dsp:spPr>
        <a:xfrm>
          <a:off x="307238" y="1448099"/>
          <a:ext cx="4301337" cy="738000"/>
        </a:xfrm>
        <a:prstGeom prst="roundRect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Het doel van het project</a:t>
          </a:r>
          <a:endParaRPr lang="en-US" sz="2500" kern="1200"/>
        </a:p>
      </dsp:txBody>
      <dsp:txXfrm>
        <a:off x="343264" y="1484125"/>
        <a:ext cx="4229285" cy="665948"/>
      </dsp:txXfrm>
    </dsp:sp>
    <dsp:sp modelId="{1FE7E002-0A6E-4087-870D-E1A10624C4F8}">
      <dsp:nvSpPr>
        <dsp:cNvPr id="0" name=""/>
        <dsp:cNvSpPr/>
      </dsp:nvSpPr>
      <dsp:spPr>
        <a:xfrm>
          <a:off x="0" y="2951099"/>
          <a:ext cx="614476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2EDD6-0D56-41C1-86AA-E1F0FFECF601}">
      <dsp:nvSpPr>
        <dsp:cNvPr id="0" name=""/>
        <dsp:cNvSpPr/>
      </dsp:nvSpPr>
      <dsp:spPr>
        <a:xfrm>
          <a:off x="307238" y="2582099"/>
          <a:ext cx="4301337" cy="738000"/>
        </a:xfrm>
        <a:prstGeom prst="roundRect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Demo van de website</a:t>
          </a:r>
          <a:endParaRPr lang="en-US" sz="2500" kern="1200"/>
        </a:p>
      </dsp:txBody>
      <dsp:txXfrm>
        <a:off x="343264" y="2618125"/>
        <a:ext cx="4229285" cy="665948"/>
      </dsp:txXfrm>
    </dsp:sp>
    <dsp:sp modelId="{275DAA82-FC08-4D42-9127-B61D6FB90087}">
      <dsp:nvSpPr>
        <dsp:cNvPr id="0" name=""/>
        <dsp:cNvSpPr/>
      </dsp:nvSpPr>
      <dsp:spPr>
        <a:xfrm>
          <a:off x="0" y="4085100"/>
          <a:ext cx="614476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DB0F3-EB95-41C2-B452-5A8015A14BA1}">
      <dsp:nvSpPr>
        <dsp:cNvPr id="0" name=""/>
        <dsp:cNvSpPr/>
      </dsp:nvSpPr>
      <dsp:spPr>
        <a:xfrm>
          <a:off x="307238" y="3716100"/>
          <a:ext cx="4301337" cy="73800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dirty="0"/>
            <a:t>Vragen?</a:t>
          </a:r>
          <a:endParaRPr lang="en-US" sz="2500" kern="1200" dirty="0"/>
        </a:p>
      </dsp:txBody>
      <dsp:txXfrm>
        <a:off x="343264" y="3752126"/>
        <a:ext cx="4229285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DC3DB-ED54-42E0-8BF5-7313CB827A6E}">
      <dsp:nvSpPr>
        <dsp:cNvPr id="0" name=""/>
        <dsp:cNvSpPr/>
      </dsp:nvSpPr>
      <dsp:spPr>
        <a:xfrm>
          <a:off x="0" y="0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08D1E-BF7F-4DEC-AD0C-28D26FD8E2BC}">
      <dsp:nvSpPr>
        <dsp:cNvPr id="0" name=""/>
        <dsp:cNvSpPr/>
      </dsp:nvSpPr>
      <dsp:spPr>
        <a:xfrm>
          <a:off x="0" y="0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500" kern="1200"/>
            <a:t>Meer dan een sokkenmerk: </a:t>
          </a:r>
          <a:r>
            <a:rPr lang="nl-NL" sz="3500" b="1" kern="1200"/>
            <a:t>positiviteit, kleur en eerlijkheid.</a:t>
          </a:r>
          <a:endParaRPr lang="en-US" sz="3500" kern="1200"/>
        </a:p>
      </dsp:txBody>
      <dsp:txXfrm>
        <a:off x="0" y="0"/>
        <a:ext cx="7306056" cy="1252727"/>
      </dsp:txXfrm>
    </dsp:sp>
    <dsp:sp modelId="{923FC212-440A-4457-B771-F363E1FDD9D8}">
      <dsp:nvSpPr>
        <dsp:cNvPr id="0" name=""/>
        <dsp:cNvSpPr/>
      </dsp:nvSpPr>
      <dsp:spPr>
        <a:xfrm>
          <a:off x="0" y="1252728"/>
          <a:ext cx="730605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B0226-A400-4127-8275-4990DB4830E1}">
      <dsp:nvSpPr>
        <dsp:cNvPr id="0" name=""/>
        <dsp:cNvSpPr/>
      </dsp:nvSpPr>
      <dsp:spPr>
        <a:xfrm>
          <a:off x="0" y="1252727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500" kern="1200"/>
            <a:t>Doel: een </a:t>
          </a:r>
          <a:r>
            <a:rPr lang="nl-NL" sz="3500" b="1" kern="1200"/>
            <a:t>visueel sterke website</a:t>
          </a:r>
          <a:r>
            <a:rPr lang="nl-NL" sz="3500" kern="1200"/>
            <a:t> die ons </a:t>
          </a:r>
          <a:r>
            <a:rPr lang="nl-NL" sz="3500" b="1" kern="1200"/>
            <a:t>verhaal en missie</a:t>
          </a:r>
          <a:r>
            <a:rPr lang="nl-NL" sz="3500" kern="1200"/>
            <a:t> vertelt.</a:t>
          </a:r>
          <a:endParaRPr lang="en-US" sz="3500" kern="1200"/>
        </a:p>
      </dsp:txBody>
      <dsp:txXfrm>
        <a:off x="0" y="1252727"/>
        <a:ext cx="7306056" cy="1252727"/>
      </dsp:txXfrm>
    </dsp:sp>
    <dsp:sp modelId="{0F7656E4-F2ED-4ABD-8606-9339ADEF187A}">
      <dsp:nvSpPr>
        <dsp:cNvPr id="0" name=""/>
        <dsp:cNvSpPr/>
      </dsp:nvSpPr>
      <dsp:spPr>
        <a:xfrm>
          <a:off x="0" y="2505456"/>
          <a:ext cx="730605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29E9D-83A0-4E84-9D93-2D255871F8E2}">
      <dsp:nvSpPr>
        <dsp:cNvPr id="0" name=""/>
        <dsp:cNvSpPr/>
      </dsp:nvSpPr>
      <dsp:spPr>
        <a:xfrm>
          <a:off x="0" y="2505455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500" kern="1200"/>
            <a:t>Richt zich op een </a:t>
          </a:r>
          <a:r>
            <a:rPr lang="nl-NL" sz="3500" b="1" kern="1200"/>
            <a:t>jonge, bewuste doelgroep.</a:t>
          </a:r>
          <a:endParaRPr lang="en-US" sz="3500" kern="1200"/>
        </a:p>
      </dsp:txBody>
      <dsp:txXfrm>
        <a:off x="0" y="2505455"/>
        <a:ext cx="7306056" cy="1252727"/>
      </dsp:txXfrm>
    </dsp:sp>
    <dsp:sp modelId="{69538727-01A7-4E37-B2A7-E181B9807BB4}">
      <dsp:nvSpPr>
        <dsp:cNvPr id="0" name=""/>
        <dsp:cNvSpPr/>
      </dsp:nvSpPr>
      <dsp:spPr>
        <a:xfrm>
          <a:off x="0" y="3758184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A3D5A-0393-49CC-9A26-429DA438582F}">
      <dsp:nvSpPr>
        <dsp:cNvPr id="0" name=""/>
        <dsp:cNvSpPr/>
      </dsp:nvSpPr>
      <dsp:spPr>
        <a:xfrm>
          <a:off x="0" y="3758183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500" kern="1200"/>
            <a:t>Gebouwd met </a:t>
          </a:r>
          <a:r>
            <a:rPr lang="nl-NL" sz="3500" b="1" kern="1200"/>
            <a:t>HTML, CSS, PHP </a:t>
          </a:r>
          <a:r>
            <a:rPr lang="nl-NL" sz="3500" kern="1200"/>
            <a:t>en </a:t>
          </a:r>
          <a:r>
            <a:rPr lang="nl-NL" sz="3500" b="1" kern="1200"/>
            <a:t>Javascript.</a:t>
          </a:r>
          <a:endParaRPr lang="en-US" sz="3500" kern="1200"/>
        </a:p>
      </dsp:txBody>
      <dsp:txXfrm>
        <a:off x="0" y="3758183"/>
        <a:ext cx="7306056" cy="1252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5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9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31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9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38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6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6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1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4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3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Sunny Socks presentatie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 anchor="t">
            <a:normAutofit/>
          </a:bodyPr>
          <a:lstStyle/>
          <a:p>
            <a:r>
              <a:rPr lang="nl-NL" dirty="0"/>
              <a:t>Gemaakt door: Giovanni, </a:t>
            </a:r>
            <a:r>
              <a:rPr lang="nl-NL" dirty="0" err="1"/>
              <a:t>Weylin</a:t>
            </a:r>
            <a:r>
              <a:rPr lang="nl-NL" dirty="0"/>
              <a:t>, Robin, Sanne, Friso, Nathan, </a:t>
            </a:r>
            <a:r>
              <a:rPr lang="nl-NL" dirty="0" err="1"/>
              <a:t>Atakan</a:t>
            </a:r>
            <a:endParaRPr lang="nl-NL" dirty="0"/>
          </a:p>
        </p:txBody>
      </p:sp>
      <p:pic>
        <p:nvPicPr>
          <p:cNvPr id="5" name="Afbeelding 4" descr="Afbeelding met Lettertype, Graphics, grafische vormgeving, logo&#10;&#10;Door AI gegenereerde inhoud is mogelijk onjuist.">
            <a:extLst>
              <a:ext uri="{FF2B5EF4-FFF2-40B4-BE49-F238E27FC236}">
                <a16:creationId xmlns:a16="http://schemas.microsoft.com/office/drawing/2014/main" id="{A8CE3F0F-D812-8C47-2A07-A07FE3120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996" y="2117256"/>
            <a:ext cx="7311136" cy="2522343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383093-A342-11E5-D786-44C16176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nl-NL" b="0" dirty="0">
                <a:ea typeface="+mj-lt"/>
                <a:cs typeface="+mj-lt"/>
              </a:rPr>
              <a:t>Agenda</a:t>
            </a:r>
            <a:endParaRPr lang="nl-NL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ijdelijke aanduiding voor inhoud 2">
            <a:extLst>
              <a:ext uri="{FF2B5EF4-FFF2-40B4-BE49-F238E27FC236}">
                <a16:creationId xmlns:a16="http://schemas.microsoft.com/office/drawing/2014/main" id="{0819473F-B745-9E7F-5940-6D1E718FE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110695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434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EEC645-609F-AC12-0818-7F2BA1E25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nl-NL" sz="4000" b="0">
                <a:ea typeface="+mj-lt"/>
                <a:cs typeface="+mj-lt"/>
              </a:rPr>
              <a:t>Wat is Sunny Socks?</a:t>
            </a:r>
            <a:endParaRPr lang="nl-NL" sz="4000">
              <a:ea typeface="+mj-lt"/>
              <a:cs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ijdelijke aanduiding voor inhoud 2">
            <a:extLst>
              <a:ext uri="{FF2B5EF4-FFF2-40B4-BE49-F238E27FC236}">
                <a16:creationId xmlns:a16="http://schemas.microsoft.com/office/drawing/2014/main" id="{ED26089B-1529-57C4-96EB-BB0ADEC81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498772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A54CF21F-2D41-DC97-3E35-71D003E72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649729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nl-NL" altLang="nl-NL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Meer dan een sokkenmerk: </a:t>
            </a:r>
            <a:r>
              <a:rPr kumimoji="0" lang="nl-NL" altLang="nl-NL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positiviteit, kleur en eerlijkheid</a:t>
            </a:r>
            <a:endParaRPr kumimoji="0" lang="nl-NL" altLang="nl-N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nl-NL" altLang="nl-N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73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099AAD-2EEF-08C2-FCA8-134D840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nl-NL" sz="4000" b="0">
                <a:ea typeface="+mj-lt"/>
                <a:cs typeface="+mj-lt"/>
              </a:rPr>
              <a:t>Demo van de website</a:t>
            </a:r>
            <a:endParaRPr lang="nl-NL" sz="4000"/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CA46D3DC-F79A-463D-2B79-77344C189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3074" name="Picture 2" descr="Demo - Free computer icons">
            <a:extLst>
              <a:ext uri="{FF2B5EF4-FFF2-40B4-BE49-F238E27FC236}">
                <a16:creationId xmlns:a16="http://schemas.microsoft.com/office/drawing/2014/main" id="{5C0F191C-675D-4331-D0CF-8E7092B9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8656"/>
          <a:stretch>
            <a:fillRect/>
          </a:stretch>
        </p:blipFill>
        <p:spPr bwMode="auto">
          <a:xfrm>
            <a:off x="4136609" y="970929"/>
            <a:ext cx="7534183" cy="537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12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47C62B-E00E-7A0E-7F41-8B12C3E8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4358503" cy="31379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Vragen?</a:t>
            </a:r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8" name="Picture 4" descr="Discover 86 Capybara😻 and Rodents Ideas | happy capybara meme, silly  animals, baby capybara, and more">
            <a:extLst>
              <a:ext uri="{FF2B5EF4-FFF2-40B4-BE49-F238E27FC236}">
                <a16:creationId xmlns:a16="http://schemas.microsoft.com/office/drawing/2014/main" id="{44478570-A044-3AC5-B3EF-5141B36DA1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6990"/>
          <a:stretch>
            <a:fillRect/>
          </a:stretch>
        </p:blipFill>
        <p:spPr bwMode="auto">
          <a:xfrm>
            <a:off x="5398477" y="508090"/>
            <a:ext cx="6271028" cy="574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11569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</Words>
  <Application>Microsoft Office PowerPoint</Application>
  <PresentationFormat>Breedbeeld</PresentationFormat>
  <Paragraphs>15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Sunny Socks presentatie</vt:lpstr>
      <vt:lpstr>Agenda</vt:lpstr>
      <vt:lpstr>Wat is Sunny Socks?</vt:lpstr>
      <vt:lpstr>Demo van de website</vt:lpstr>
      <vt:lpstr>Vragen?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Giovanni Berlijn</cp:lastModifiedBy>
  <cp:revision>46</cp:revision>
  <dcterms:created xsi:type="dcterms:W3CDTF">2025-11-05T14:47:36Z</dcterms:created>
  <dcterms:modified xsi:type="dcterms:W3CDTF">2025-11-06T12:19:46Z</dcterms:modified>
</cp:coreProperties>
</file>